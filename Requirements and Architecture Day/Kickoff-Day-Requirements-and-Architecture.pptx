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44"/>
  </p:notesMasterIdLst>
  <p:handoutMasterIdLst>
    <p:handoutMasterId r:id="rId45"/>
  </p:handout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CAB3833-87BA-475C-85ED-8FE572C26091}">
          <p14:sldIdLst>
            <p14:sldId id="2146847612"/>
            <p14:sldId id="2147478994"/>
          </p14:sldIdLst>
        </p14:section>
        <p14:section name="Slides to use in all decks" id="{FCACB59F-EFEA-4277-8295-8C243E84D6AA}">
          <p14:sldIdLst>
            <p14:sldId id="2146847588"/>
            <p14:sldId id="2147478990"/>
            <p14:sldId id="2147478991"/>
            <p14:sldId id="2146847593"/>
            <p14:sldId id="2146847594"/>
            <p14:sldId id="2147478992"/>
            <p14:sldId id="2147478993"/>
            <p14:sldId id="2147478974"/>
            <p14:sldId id="2146847583"/>
          </p14:sldIdLst>
        </p14:section>
        <p14:section name="Slides in first deck" id="{5322591B-D659-47AC-8AFE-CB5D2F35192E}">
          <p14:sldIdLst>
            <p14:sldId id="2147478966"/>
            <p14:sldId id="2147478971"/>
            <p14:sldId id="2147478976"/>
          </p14:sldIdLst>
        </p14:section>
        <p14:section name="Content slides" id="{0A20F8A8-D6F8-42F0-9AB4-30E2F7B0E831}">
          <p14:sldIdLst>
            <p14:sldId id="2146847595"/>
            <p14:sldId id="2147478980"/>
            <p14:sldId id="2146847596"/>
            <p14:sldId id="2147478981"/>
            <p14:sldId id="2147478975"/>
            <p14:sldId id="2147478979"/>
            <p14:sldId id="2147478978"/>
            <p14:sldId id="2146847660"/>
            <p14:sldId id="2147478969"/>
            <p14:sldId id="2147478970"/>
            <p14:sldId id="920"/>
            <p14:sldId id="2147478987"/>
            <p14:sldId id="2147478988"/>
            <p14:sldId id="2147478989"/>
          </p14:sldIdLst>
        </p14:section>
        <p14:section name="Guidance - how to use" id="{3176FD67-FE9B-4C3E-9022-2ABA51BB88C0}">
          <p14:sldIdLst>
            <p14:sldId id="2147478982"/>
            <p14:sldId id="2147478984"/>
            <p14:sldId id="2147478973"/>
            <p14:sldId id="2146847607"/>
            <p14:sldId id="2146847609"/>
            <p14:sldId id="2147478964"/>
            <p14:sldId id="2147478995"/>
            <p14:sldId id="2147478985"/>
            <p14:sldId id="2147478986"/>
            <p14:sldId id="2146847610"/>
            <p14:sldId id="2146847611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5A9701F-D592-DC9F-5004-6FC2A44E2EA7}" name="Susan Dumas" initials="SD" userId="S::susan.dumas@neueda.com::344909c6-f792-4aae-bfa9-0833174df6f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1A24"/>
    <a:srgbClr val="FF4700"/>
    <a:srgbClr val="FFFFFF"/>
    <a:srgbClr val="D6D6D6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44" Type="http://schemas.openxmlformats.org/officeDocument/2006/relationships/notesMaster" Target="notesMasters/notesMaster1.xml"/><Relationship Id="rId45" Type="http://schemas.openxmlformats.org/officeDocument/2006/relationships/handoutMaster" Target="handoutMasters/handout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Relationship Id="rId50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436A084-A6E7-2FCE-D995-7D9CE0E728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B79B94-FE98-1A60-E07A-2A4F2CE9B1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3D2678-7774-4C2C-A0FD-F6E876C83EDC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967ED1-350E-3A77-F678-F95C4359CCE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BE557F-3DFF-B652-5374-14667341800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E5F90-8B8F-4008-909E-ED0568495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7554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823216-62A0-402A-BDE4-6B2FF40FACB5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2EC50F-6B78-43A7-AF39-E4BB37AC4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487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6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subtitle" userDrawn="1">
  <p:cSld name="1. Opening Slide - Module Title (Buildings)">
    <p:bg>
      <p:bgPr>
        <a:solidFill>
          <a:schemeClr val="dk2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5"/>
          <p:cNvSpPr txBox="1">
            <a:spLocks noGrp="1"/>
          </p:cNvSpPr>
          <p:nvPr>
            <p:ph type="title" hasCustomPrompt="1"/>
          </p:nvPr>
        </p:nvSpPr>
        <p:spPr>
          <a:xfrm>
            <a:off x="1322294" y="2347257"/>
            <a:ext cx="3998259" cy="5963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 b="1">
                <a:solidFill>
                  <a:schemeClr val="accent5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Insert Module Title Here </a:t>
            </a:r>
            <a:endParaRPr/>
          </a:p>
        </p:txBody>
      </p:sp>
      <p:pic>
        <p:nvPicPr>
          <p:cNvPr id="25" name="Google Shape;25;p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921" y="2160884"/>
            <a:ext cx="186373" cy="18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948" y="6510880"/>
            <a:ext cx="1131346" cy="192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51600" y="0"/>
            <a:ext cx="57404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60906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subtitle" preserve="1" userDrawn="1">
  <p:cSld name="1. Opening Slide - Module Title (Tech)">
    <p:bg>
      <p:bgPr>
        <a:solidFill>
          <a:schemeClr val="dk2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5"/>
          <p:cNvSpPr txBox="1">
            <a:spLocks noGrp="1"/>
          </p:cNvSpPr>
          <p:nvPr>
            <p:ph type="title" hasCustomPrompt="1"/>
          </p:nvPr>
        </p:nvSpPr>
        <p:spPr>
          <a:xfrm>
            <a:off x="1322294" y="2347257"/>
            <a:ext cx="3998259" cy="5963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 b="1">
                <a:solidFill>
                  <a:schemeClr val="accent5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Insert Module Title Here </a:t>
            </a:r>
            <a:endParaRPr/>
          </a:p>
        </p:txBody>
      </p:sp>
      <p:pic>
        <p:nvPicPr>
          <p:cNvPr id="25" name="Google Shape;25;p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921" y="2160884"/>
            <a:ext cx="186373" cy="18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948" y="6510880"/>
            <a:ext cx="1131346" cy="192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013;p37">
            <a:extLst>
              <a:ext uri="{FF2B5EF4-FFF2-40B4-BE49-F238E27FC236}">
                <a16:creationId xmlns:a16="http://schemas.microsoft.com/office/drawing/2014/main" id="{366FD8AD-23C3-A990-F703-D1E9CA6A446C}"/>
              </a:ext>
            </a:extLst>
          </p:cNvPr>
          <p:cNvPicPr preferRelativeResize="0"/>
          <p:nvPr userDrawn="1"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48603" y="0"/>
            <a:ext cx="6143397" cy="68577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895220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subtitle" preserve="1" userDrawn="1">
  <p:cSld name="1. Opening Slide - Module Title (People)">
    <p:bg>
      <p:bgPr>
        <a:solidFill>
          <a:schemeClr val="dk2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5"/>
          <p:cNvSpPr txBox="1">
            <a:spLocks noGrp="1"/>
          </p:cNvSpPr>
          <p:nvPr>
            <p:ph type="title" hasCustomPrompt="1"/>
          </p:nvPr>
        </p:nvSpPr>
        <p:spPr>
          <a:xfrm>
            <a:off x="1322294" y="2347257"/>
            <a:ext cx="3998259" cy="5963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 b="1">
                <a:solidFill>
                  <a:schemeClr val="accent5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Insert Module Title Here </a:t>
            </a:r>
            <a:endParaRPr/>
          </a:p>
        </p:txBody>
      </p:sp>
      <p:pic>
        <p:nvPicPr>
          <p:cNvPr id="25" name="Google Shape;25;p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921" y="2160884"/>
            <a:ext cx="186373" cy="18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948" y="6510880"/>
            <a:ext cx="1131346" cy="192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065;p40">
            <a:extLst>
              <a:ext uri="{FF2B5EF4-FFF2-40B4-BE49-F238E27FC236}">
                <a16:creationId xmlns:a16="http://schemas.microsoft.com/office/drawing/2014/main" id="{E878EAB5-13BB-4C84-541F-26068B3F3B48}"/>
              </a:ext>
            </a:extLst>
          </p:cNvPr>
          <p:cNvPicPr preferRelativeResize="0"/>
          <p:nvPr userDrawn="1"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49622" y="0"/>
            <a:ext cx="6142378" cy="68566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67220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navy" preserve="1" userDrawn="1">
  <p:cSld name="2. Contents">
    <p:bg>
      <p:bgPr>
        <a:solidFill>
          <a:srgbClr val="191A24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4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152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89;p63">
            <a:extLst>
              <a:ext uri="{FF2B5EF4-FFF2-40B4-BE49-F238E27FC236}">
                <a16:creationId xmlns:a16="http://schemas.microsoft.com/office/drawing/2014/main" id="{9636DEDE-5496-E5FD-86B7-A43E7E72945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07552" y="368823"/>
            <a:ext cx="7712503" cy="45218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0" tIns="45700" rIns="9000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 b="1" i="0">
                <a:solidFill>
                  <a:schemeClr val="accent5"/>
                </a:solidFill>
                <a:latin typeface="+mj-lt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Contents/Agenda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CCBB3F-73E7-04C0-D176-087DE45BD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36569" y="3273411"/>
            <a:ext cx="3855431" cy="3570121"/>
          </a:xfrm>
          <a:prstGeom prst="rect">
            <a:avLst/>
          </a:prstGeom>
          <a:effectLst>
            <a:innerShdw blurRad="25400" dist="12700" dir="16200000">
              <a:prstClr val="black">
                <a:alpha val="20000"/>
              </a:prstClr>
            </a:innerShdw>
          </a:effectLst>
        </p:spPr>
      </p:pic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775A024A-C2DC-A34D-060A-2BE2024BFD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7552" y="1419278"/>
            <a:ext cx="7324725" cy="1255029"/>
          </a:xfrm>
          <a:solidFill>
            <a:schemeClr val="bg2"/>
          </a:solidFill>
        </p:spPr>
        <p:txBody>
          <a:bodyPr>
            <a:noAutofit/>
          </a:bodyPr>
          <a:lstStyle>
            <a:lvl1pPr>
              <a:spcBef>
                <a:spcPts val="0"/>
              </a:spcBef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accent5"/>
                </a:solidFill>
                <a:latin typeface="+mn-lt"/>
              </a:defRPr>
            </a:lvl1pPr>
            <a:lvl2pPr>
              <a:buNone/>
              <a:defRPr>
                <a:solidFill>
                  <a:schemeClr val="accent5"/>
                </a:solidFill>
                <a:latin typeface="+mn-lt"/>
              </a:defRPr>
            </a:lvl2pPr>
            <a:lvl3pPr>
              <a:defRPr>
                <a:solidFill>
                  <a:schemeClr val="accent5"/>
                </a:solidFill>
                <a:latin typeface="+mn-lt"/>
              </a:defRPr>
            </a:lvl3pPr>
            <a:lvl4pPr>
              <a:defRPr>
                <a:solidFill>
                  <a:schemeClr val="accent5"/>
                </a:solidFill>
                <a:latin typeface="+mn-lt"/>
              </a:defRPr>
            </a:lvl4pPr>
            <a:lvl5pPr>
              <a:defRPr>
                <a:solidFill>
                  <a:schemeClr val="accent5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  <a:p>
            <a:pPr lvl="0"/>
            <a:r>
              <a:rPr lang="en-US"/>
              <a:t>Bullets in single text box</a:t>
            </a:r>
          </a:p>
        </p:txBody>
      </p:sp>
    </p:spTree>
    <p:extLst>
      <p:ext uri="{BB962C8B-B14F-4D97-AF65-F5344CB8AC3E}">
        <p14:creationId xmlns:p14="http://schemas.microsoft.com/office/powerpoint/2010/main" val="508299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subtitle">
  <p:cSld name="Section Divider Title (buildings)">
    <p:bg>
      <p:bgPr>
        <a:solidFill>
          <a:schemeClr val="dk2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6"/>
          <p:cNvSpPr txBox="1">
            <a:spLocks noGrp="1"/>
          </p:cNvSpPr>
          <p:nvPr>
            <p:ph type="title" hasCustomPrompt="1"/>
          </p:nvPr>
        </p:nvSpPr>
        <p:spPr>
          <a:xfrm>
            <a:off x="1322294" y="2347258"/>
            <a:ext cx="3998259" cy="56504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 b="1">
                <a:solidFill>
                  <a:schemeClr val="accent5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Insert Section Divider Here </a:t>
            </a:r>
            <a:br>
              <a:rPr lang="en-US"/>
            </a:br>
            <a:r>
              <a:rPr lang="en-US"/>
              <a:t>if more than 1 section </a:t>
            </a:r>
            <a:endParaRPr/>
          </a:p>
        </p:txBody>
      </p:sp>
      <p:pic>
        <p:nvPicPr>
          <p:cNvPr id="32" name="Google Shape;32;p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921" y="2160884"/>
            <a:ext cx="186373" cy="18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948" y="6417574"/>
            <a:ext cx="1131346" cy="192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947;p33" descr="A group of buildings with circles&#10;&#10;Description automatically generated with medium confidence">
            <a:extLst>
              <a:ext uri="{FF2B5EF4-FFF2-40B4-BE49-F238E27FC236}">
                <a16:creationId xmlns:a16="http://schemas.microsoft.com/office/drawing/2014/main" id="{7AFDADF8-2899-7BB7-3BCA-2DA6399383A7}"/>
              </a:ext>
            </a:extLst>
          </p:cNvPr>
          <p:cNvPicPr preferRelativeResize="0"/>
          <p:nvPr userDrawn="1"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19873" y="4216"/>
            <a:ext cx="5572127" cy="68580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12841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subtitle" preserve="1">
  <p:cSld name="Section Divider Title (Tech)">
    <p:bg>
      <p:bgPr>
        <a:solidFill>
          <a:schemeClr val="dk2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6"/>
          <p:cNvSpPr txBox="1">
            <a:spLocks noGrp="1"/>
          </p:cNvSpPr>
          <p:nvPr>
            <p:ph type="title" hasCustomPrompt="1"/>
          </p:nvPr>
        </p:nvSpPr>
        <p:spPr>
          <a:xfrm>
            <a:off x="1322294" y="2347258"/>
            <a:ext cx="3998259" cy="56504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 b="1">
                <a:solidFill>
                  <a:schemeClr val="accent5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Insert Section Divider Here </a:t>
            </a:r>
            <a:br>
              <a:rPr lang="en-US"/>
            </a:br>
            <a:r>
              <a:rPr lang="en-US"/>
              <a:t>if more than 1 section </a:t>
            </a:r>
            <a:endParaRPr/>
          </a:p>
        </p:txBody>
      </p:sp>
      <p:pic>
        <p:nvPicPr>
          <p:cNvPr id="32" name="Google Shape;32;p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921" y="2160884"/>
            <a:ext cx="186373" cy="18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948" y="6417574"/>
            <a:ext cx="1131346" cy="192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999;p36">
            <a:extLst>
              <a:ext uri="{FF2B5EF4-FFF2-40B4-BE49-F238E27FC236}">
                <a16:creationId xmlns:a16="http://schemas.microsoft.com/office/drawing/2014/main" id="{197E557C-1E4F-953E-B099-48354C8B3408}"/>
              </a:ext>
            </a:extLst>
          </p:cNvPr>
          <p:cNvPicPr preferRelativeResize="0"/>
          <p:nvPr userDrawn="1"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19878" y="0"/>
            <a:ext cx="5572122" cy="68579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727405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subtitle" preserve="1">
  <p:cSld name="Section Divider Title (people)">
    <p:bg>
      <p:bgPr>
        <a:solidFill>
          <a:schemeClr val="dk2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19874" y="0"/>
            <a:ext cx="557212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6"/>
          <p:cNvSpPr txBox="1">
            <a:spLocks noGrp="1"/>
          </p:cNvSpPr>
          <p:nvPr>
            <p:ph type="title" hasCustomPrompt="1"/>
          </p:nvPr>
        </p:nvSpPr>
        <p:spPr>
          <a:xfrm>
            <a:off x="1322294" y="2347258"/>
            <a:ext cx="3998259" cy="56504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 b="1">
                <a:solidFill>
                  <a:schemeClr val="accent5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Insert Section Divider Here </a:t>
            </a:r>
            <a:br>
              <a:rPr lang="en-US"/>
            </a:br>
            <a:r>
              <a:rPr lang="en-US"/>
              <a:t>if more than 1 section </a:t>
            </a:r>
            <a:endParaRPr/>
          </a:p>
        </p:txBody>
      </p:sp>
      <p:pic>
        <p:nvPicPr>
          <p:cNvPr id="32" name="Google Shape;32;p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921" y="2160884"/>
            <a:ext cx="186373" cy="18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948" y="6417574"/>
            <a:ext cx="1131346" cy="1929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50658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" userDrawn="1">
  <p:cSld name="All white">
    <p:bg>
      <p:bgPr>
        <a:solidFill>
          <a:schemeClr val="accent5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1"/>
          <p:cNvSpPr txBox="1">
            <a:spLocks noGrp="1"/>
          </p:cNvSpPr>
          <p:nvPr>
            <p:ph type="title"/>
          </p:nvPr>
        </p:nvSpPr>
        <p:spPr>
          <a:xfrm>
            <a:off x="50755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68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6" name="Google Shape;46;p5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17C7E39-5E27-FF5E-7381-F9227F2EF8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7552" y="1308970"/>
            <a:ext cx="11249946" cy="4177429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3C1C231-09F7-0D90-503F-95590332C1C2}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419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navy" userDrawn="1">
  <p:cSld name="Large graphic white">
    <p:bg>
      <p:bgPr>
        <a:solidFill>
          <a:schemeClr val="accent5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9DE6E8E-F450-DA8C-67D8-79C1EB56D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4050" y="1381147"/>
            <a:ext cx="10960100" cy="4352925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Google Shape;44;p51">
            <a:extLst>
              <a:ext uri="{FF2B5EF4-FFF2-40B4-BE49-F238E27FC236}">
                <a16:creationId xmlns:a16="http://schemas.microsoft.com/office/drawing/2014/main" id="{EB5FEA34-654C-DA84-2423-8D72F41251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755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" name="Google Shape;46;p51">
            <a:extLst>
              <a:ext uri="{FF2B5EF4-FFF2-40B4-BE49-F238E27FC236}">
                <a16:creationId xmlns:a16="http://schemas.microsoft.com/office/drawing/2014/main" id="{662E31F8-EEB8-36CE-733A-6D49523C2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D19F447-DD69-8D7E-495C-7F01FFE1D6D4}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16554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navy" userDrawn="1">
  <p:cSld name="All navy">
    <p:bg>
      <p:bgPr>
        <a:solidFill>
          <a:srgbClr val="191A24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44302E-9F83-76D0-2050-0E0C92D58A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7852" y="1265129"/>
            <a:ext cx="11175637" cy="4334005"/>
          </a:xfrm>
          <a:solidFill>
            <a:schemeClr val="bg2"/>
          </a:solidFill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5" name="Google Shape;46;p51">
            <a:extLst>
              <a:ext uri="{FF2B5EF4-FFF2-40B4-BE49-F238E27FC236}">
                <a16:creationId xmlns:a16="http://schemas.microsoft.com/office/drawing/2014/main" id="{95EFCA6C-4D6D-86B7-9BDB-52B0EBEC5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E3B1EA3-FD3E-D0AA-7FA1-7093511D1197}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6576C1F4-BB77-302A-9994-3E871B59D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11" y="342993"/>
            <a:ext cx="5533229" cy="471199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592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navy" preserve="1" userDrawn="1">
  <p:cSld name="Large Graphic Navy">
    <p:bg>
      <p:bgPr>
        <a:solidFill>
          <a:srgbClr val="191A24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5CDDACC2-0047-8E85-21AE-9C4902A1A92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84203" y="1292195"/>
            <a:ext cx="11029947" cy="4352925"/>
          </a:xfrm>
          <a:solidFill>
            <a:schemeClr val="bg1">
              <a:lumMod val="75000"/>
            </a:schemeClr>
          </a:solidFill>
        </p:spPr>
        <p:txBody>
          <a:bodyPr/>
          <a:lstStyle/>
          <a:p>
            <a:endParaRPr lang="en-US"/>
          </a:p>
        </p:txBody>
      </p:sp>
      <p:pic>
        <p:nvPicPr>
          <p:cNvPr id="5" name="Google Shape;46;p51">
            <a:extLst>
              <a:ext uri="{FF2B5EF4-FFF2-40B4-BE49-F238E27FC236}">
                <a16:creationId xmlns:a16="http://schemas.microsoft.com/office/drawing/2014/main" id="{85AA81DB-A34A-D4AC-FF29-3128F398A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7D8B1A9-EB9F-FC0C-99D2-CE9D911CB8D3}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FD516836-8848-3F23-A31D-7CABB1540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11" y="342993"/>
            <a:ext cx="6247213" cy="471199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8203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50 whit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AC9BBB3-E8BE-6913-26BA-B8530C695C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6201" y="1271392"/>
            <a:ext cx="5065260" cy="4544583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Google Shape;44;p51">
            <a:extLst>
              <a:ext uri="{FF2B5EF4-FFF2-40B4-BE49-F238E27FC236}">
                <a16:creationId xmlns:a16="http://schemas.microsoft.com/office/drawing/2014/main" id="{B1450141-7833-DC84-66FB-844EFF7762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7552" y="322378"/>
            <a:ext cx="506390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000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9C67F7-F81D-AC3F-AFDF-166263988D30}"/>
              </a:ext>
            </a:extLst>
          </p:cNvPr>
          <p:cNvSpPr/>
          <p:nvPr userDrawn="1"/>
        </p:nvSpPr>
        <p:spPr>
          <a:xfrm>
            <a:off x="6096001" y="0"/>
            <a:ext cx="6096000" cy="6858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oogle Shape;46;p51">
            <a:extLst>
              <a:ext uri="{FF2B5EF4-FFF2-40B4-BE49-F238E27FC236}">
                <a16:creationId xmlns:a16="http://schemas.microsoft.com/office/drawing/2014/main" id="{D2E48150-13F1-979A-0F38-5DA244213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8A6DB64-8F97-58B7-1080-DCC17FECB1ED}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D75BB9F-0838-23BF-9EB3-21C3B20985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3992" y="1351094"/>
            <a:ext cx="5081807" cy="4487862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0404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e - Side break LHS_notitle" userDrawn="1">
  <p:cSld name="5050 white right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DD6FC6-E947-92C4-2A86-7BBDEE2E3F53}"/>
              </a:ext>
            </a:extLst>
          </p:cNvPr>
          <p:cNvSpPr/>
          <p:nvPr userDrawn="1"/>
        </p:nvSpPr>
        <p:spPr>
          <a:xfrm>
            <a:off x="6047985" y="0"/>
            <a:ext cx="614401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19BFDEC5-6A9D-9E07-A4B4-741F34B9AF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75245" y="1351094"/>
            <a:ext cx="4730968" cy="4487862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6370E6A8-EF34-BF7E-2060-311D7E73978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4211" y="1351094"/>
            <a:ext cx="5081807" cy="4487862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1731E0B8-A492-35CD-C547-F8DA4479C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11" y="342993"/>
            <a:ext cx="5081807" cy="471199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pic>
        <p:nvPicPr>
          <p:cNvPr id="21" name="Google Shape;46;p51">
            <a:extLst>
              <a:ext uri="{FF2B5EF4-FFF2-40B4-BE49-F238E27FC236}">
                <a16:creationId xmlns:a16="http://schemas.microsoft.com/office/drawing/2014/main" id="{5D8CC788-3A0F-CC3B-300E-1E49EDB48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FB184C1-1AD6-87F8-06A7-ED3156C00576}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47550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e - Side break RHS" preserve="1" userDrawn="1">
  <p:cSld name="5050 all text">
    <p:bg>
      <p:bgRef idx="1001">
        <a:schemeClr val="bg1"/>
      </p:bgRef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DE7683-451D-FD79-F90A-E121C18463C0}"/>
              </a:ext>
            </a:extLst>
          </p:cNvPr>
          <p:cNvSpPr/>
          <p:nvPr userDrawn="1"/>
        </p:nvSpPr>
        <p:spPr>
          <a:xfrm>
            <a:off x="6096001" y="0"/>
            <a:ext cx="6096000" cy="6858000"/>
          </a:xfrm>
          <a:prstGeom prst="rect">
            <a:avLst/>
          </a:prstGeom>
          <a:solidFill>
            <a:srgbClr val="191A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107AB3-DC81-29E8-AB2D-9F7EF716F8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16720" y="1323567"/>
            <a:ext cx="4489493" cy="4487862"/>
          </a:xfrm>
          <a:solidFill>
            <a:schemeClr val="bg2"/>
          </a:solidFill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E94BD12-2807-FE07-24A8-5C583CA2DE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7552" y="1323567"/>
            <a:ext cx="4349793" cy="4487862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Google Shape;44;p51">
            <a:extLst>
              <a:ext uri="{FF2B5EF4-FFF2-40B4-BE49-F238E27FC236}">
                <a16:creationId xmlns:a16="http://schemas.microsoft.com/office/drawing/2014/main" id="{A32FCD73-FA02-FD5B-4840-DF0555A8E1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755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" name="Google Shape;46;p51">
            <a:extLst>
              <a:ext uri="{FF2B5EF4-FFF2-40B4-BE49-F238E27FC236}">
                <a16:creationId xmlns:a16="http://schemas.microsoft.com/office/drawing/2014/main" id="{F5191D18-6917-34A4-AEDD-5CFA8F94D5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63CE033-5E90-4F6A-221A-F2B64873B811}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27863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e - Side break RHS" preserve="1" userDrawn="1">
  <p:cSld name="50/50 text and graphic - navy left">
    <p:bg>
      <p:bgPr>
        <a:solidFill>
          <a:srgbClr val="191A24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E2CEACC-26BD-1564-DE75-86D91C98DCB4}"/>
              </a:ext>
            </a:extLst>
          </p:cNvPr>
          <p:cNvSpPr/>
          <p:nvPr userDrawn="1"/>
        </p:nvSpPr>
        <p:spPr>
          <a:xfrm>
            <a:off x="6096001" y="0"/>
            <a:ext cx="6096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E94BD12-2807-FE07-24A8-5C583CA2DE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600" y="1232023"/>
            <a:ext cx="4488348" cy="1492716"/>
          </a:xfrm>
        </p:spPr>
        <p:txBody>
          <a:bodyPr lIns="0" tIns="0" rIns="0" bIns="0">
            <a:noAutofit/>
          </a:bodyPr>
          <a:lstStyle>
            <a:lvl1pPr marL="260350" indent="-254000">
              <a:buClr>
                <a:schemeClr val="accent2"/>
              </a:buClr>
              <a:buSzPct val="100000"/>
              <a:buFont typeface="Arial" panose="020B0604020202020204" pitchFamily="34" charset="0"/>
              <a:buNone/>
              <a:tabLst/>
              <a:defRPr sz="20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1pPr>
            <a:lvl2pPr marL="6350" indent="527050">
              <a:buClr>
                <a:schemeClr val="accent2"/>
              </a:buClr>
              <a:buSzPct val="100000"/>
              <a:buNone/>
              <a:tabLst/>
              <a:defRPr sz="18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buNone/>
              <a:defRPr sz="16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buNone/>
              <a:defRPr sz="14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buNone/>
              <a:defRPr sz="12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9" name="Google Shape;46;p51">
            <a:extLst>
              <a:ext uri="{FF2B5EF4-FFF2-40B4-BE49-F238E27FC236}">
                <a16:creationId xmlns:a16="http://schemas.microsoft.com/office/drawing/2014/main" id="{7BCAE9A2-7654-81BF-B1ED-553BCA4DD2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C3FC69CF-116B-FD85-A44C-CE012F2EE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0996670-BDC2-F22C-9C6D-E7B3960C7760}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Google Shape;50;p45">
            <a:extLst>
              <a:ext uri="{FF2B5EF4-FFF2-40B4-BE49-F238E27FC236}">
                <a16:creationId xmlns:a16="http://schemas.microsoft.com/office/drawing/2014/main" id="{4F48EC76-154B-C32F-A4F3-F1EFD0C2C739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7009719" y="896442"/>
            <a:ext cx="4437731" cy="4683073"/>
          </a:xfrm>
          <a:prstGeom prst="roundRect">
            <a:avLst>
              <a:gd name="adj" fmla="val 2825"/>
            </a:avLst>
          </a:prstGeom>
          <a:noFill/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59028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e - Side break RHS" preserve="1" userDrawn="1">
  <p:cSld name="50/50 text and graphic - white left">
    <p:bg>
      <p:bgPr>
        <a:solidFill>
          <a:srgbClr val="FFFFFF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E2CEACC-26BD-1564-DE75-86D91C98DCB4}"/>
              </a:ext>
            </a:extLst>
          </p:cNvPr>
          <p:cNvSpPr/>
          <p:nvPr userDrawn="1"/>
        </p:nvSpPr>
        <p:spPr>
          <a:xfrm>
            <a:off x="6096001" y="0"/>
            <a:ext cx="6096000" cy="6858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E94BD12-2807-FE07-24A8-5C583CA2DE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600" y="1232023"/>
            <a:ext cx="4488348" cy="1492716"/>
          </a:xfrm>
        </p:spPr>
        <p:txBody>
          <a:bodyPr lIns="0" tIns="0" rIns="0" bIns="0">
            <a:noAutofit/>
          </a:bodyPr>
          <a:lstStyle>
            <a:lvl1pPr marL="260350" indent="-254000">
              <a:buClr>
                <a:schemeClr val="accent2"/>
              </a:buClr>
              <a:buSzPct val="100000"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1pPr>
            <a:lvl2pPr marL="6350" indent="527050">
              <a:buClr>
                <a:schemeClr val="accent2"/>
              </a:buClr>
              <a:buSzPct val="100000"/>
              <a:buNone/>
              <a:tabLst/>
              <a:defRPr sz="18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buNone/>
              <a:defRPr sz="16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buNone/>
              <a:defRPr sz="14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buNone/>
              <a:defRPr sz="12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9" name="Google Shape;46;p51">
            <a:extLst>
              <a:ext uri="{FF2B5EF4-FFF2-40B4-BE49-F238E27FC236}">
                <a16:creationId xmlns:a16="http://schemas.microsoft.com/office/drawing/2014/main" id="{7BCAE9A2-7654-81BF-B1ED-553BCA4DD2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C3FC69CF-116B-FD85-A44C-CE012F2EE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0996670-BDC2-F22C-9C6D-E7B3960C7760}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Google Shape;50;p45">
            <a:extLst>
              <a:ext uri="{FF2B5EF4-FFF2-40B4-BE49-F238E27FC236}">
                <a16:creationId xmlns:a16="http://schemas.microsoft.com/office/drawing/2014/main" id="{4F48EC76-154B-C32F-A4F3-F1EFD0C2C739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7009719" y="896442"/>
            <a:ext cx="4437731" cy="4683073"/>
          </a:xfrm>
          <a:prstGeom prst="roundRect">
            <a:avLst>
              <a:gd name="adj" fmla="val 2825"/>
            </a:avLst>
          </a:prstGeom>
          <a:noFill/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3992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e - Side break LHS_notitle" preserve="1" userDrawn="1">
  <p:cSld name="slim navy left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4803582-67BC-5190-EE46-729C2D72BD56}"/>
              </a:ext>
            </a:extLst>
          </p:cNvPr>
          <p:cNvSpPr/>
          <p:nvPr userDrawn="1"/>
        </p:nvSpPr>
        <p:spPr>
          <a:xfrm>
            <a:off x="4484319" y="0"/>
            <a:ext cx="771778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19BFDEC5-6A9D-9E07-A4B4-741F34B9AF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79512" y="1254213"/>
            <a:ext cx="6457167" cy="4487862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Google Shape;44;p51">
            <a:extLst>
              <a:ext uri="{FF2B5EF4-FFF2-40B4-BE49-F238E27FC236}">
                <a16:creationId xmlns:a16="http://schemas.microsoft.com/office/drawing/2014/main" id="{9A38A5D2-B47F-03A6-C0DB-382C219141A4}"/>
              </a:ext>
            </a:extLst>
          </p:cNvPr>
          <p:cNvSpPr txBox="1">
            <a:spLocks/>
          </p:cNvSpPr>
          <p:nvPr userDrawn="1"/>
        </p:nvSpPr>
        <p:spPr>
          <a:xfrm>
            <a:off x="507552" y="322378"/>
            <a:ext cx="3168837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 b="1" i="0" u="none" strike="noStrike" cap="none">
                <a:solidFill>
                  <a:srgbClr val="171717"/>
                </a:solidFill>
                <a:latin typeface="+mj-lt"/>
                <a:ea typeface="Inter"/>
                <a:cs typeface="Inter"/>
                <a:sym typeface="Int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kern="0">
              <a:solidFill>
                <a:schemeClr val="tx1"/>
              </a:solidFill>
            </a:endParaRPr>
          </a:p>
        </p:txBody>
      </p:sp>
      <p:sp>
        <p:nvSpPr>
          <p:cNvPr id="11" name="Google Shape;44;p51">
            <a:extLst>
              <a:ext uri="{FF2B5EF4-FFF2-40B4-BE49-F238E27FC236}">
                <a16:creationId xmlns:a16="http://schemas.microsoft.com/office/drawing/2014/main" id="{880D6A41-3593-D495-097B-01E3E84CF1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951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2" name="Google Shape;46;p51">
            <a:extLst>
              <a:ext uri="{FF2B5EF4-FFF2-40B4-BE49-F238E27FC236}">
                <a16:creationId xmlns:a16="http://schemas.microsoft.com/office/drawing/2014/main" id="{326315C2-2467-459C-9586-26F4EDCF5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D180951-6317-01D7-C3DF-29AB20A3E379}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1945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e - Side break LHS_notitle" preserve="1" userDrawn="1">
  <p:cSld name="slim white left">
    <p:bg>
      <p:bgPr>
        <a:solidFill>
          <a:schemeClr val="accent5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4803582-67BC-5190-EE46-729C2D72BD56}"/>
              </a:ext>
            </a:extLst>
          </p:cNvPr>
          <p:cNvSpPr/>
          <p:nvPr userDrawn="1"/>
        </p:nvSpPr>
        <p:spPr>
          <a:xfrm>
            <a:off x="4484319" y="0"/>
            <a:ext cx="7717780" cy="6858000"/>
          </a:xfrm>
          <a:prstGeom prst="rect">
            <a:avLst/>
          </a:prstGeom>
          <a:solidFill>
            <a:srgbClr val="191A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19BFDEC5-6A9D-9E07-A4B4-741F34B9AF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79512" y="1254213"/>
            <a:ext cx="6457167" cy="4487862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Google Shape;44;p51">
            <a:extLst>
              <a:ext uri="{FF2B5EF4-FFF2-40B4-BE49-F238E27FC236}">
                <a16:creationId xmlns:a16="http://schemas.microsoft.com/office/drawing/2014/main" id="{9A38A5D2-B47F-03A6-C0DB-382C219141A4}"/>
              </a:ext>
            </a:extLst>
          </p:cNvPr>
          <p:cNvSpPr txBox="1">
            <a:spLocks/>
          </p:cNvSpPr>
          <p:nvPr userDrawn="1"/>
        </p:nvSpPr>
        <p:spPr>
          <a:xfrm>
            <a:off x="507552" y="322378"/>
            <a:ext cx="3168837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 b="1" i="0" u="none" strike="noStrike" cap="none">
                <a:solidFill>
                  <a:srgbClr val="171717"/>
                </a:solidFill>
                <a:latin typeface="+mj-lt"/>
                <a:ea typeface="Inter"/>
                <a:cs typeface="Inter"/>
                <a:sym typeface="Int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kern="0">
              <a:solidFill>
                <a:schemeClr val="tx1"/>
              </a:solidFill>
            </a:endParaRPr>
          </a:p>
        </p:txBody>
      </p:sp>
      <p:sp>
        <p:nvSpPr>
          <p:cNvPr id="11" name="Google Shape;44;p51">
            <a:extLst>
              <a:ext uri="{FF2B5EF4-FFF2-40B4-BE49-F238E27FC236}">
                <a16:creationId xmlns:a16="http://schemas.microsoft.com/office/drawing/2014/main" id="{880D6A41-3593-D495-097B-01E3E84CF1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951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2" name="Google Shape;46;p51">
            <a:extLst>
              <a:ext uri="{FF2B5EF4-FFF2-40B4-BE49-F238E27FC236}">
                <a16:creationId xmlns:a16="http://schemas.microsoft.com/office/drawing/2014/main" id="{326315C2-2467-459C-9586-26F4EDCF5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FABB6DB-40B9-B2E5-42D5-04F594EA40DB}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29720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e - Side break RHS (Small)_notitle" userDrawn="1">
  <p:cSld name="slim navy right">
    <p:bg>
      <p:bgPr>
        <a:solidFill>
          <a:schemeClr val="bg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439EFA-9878-4448-19F8-7CBA49757B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7552" y="1359074"/>
            <a:ext cx="8889367" cy="4717876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27603C-C6C8-16CF-4B2E-C279B725AD82}"/>
              </a:ext>
            </a:extLst>
          </p:cNvPr>
          <p:cNvSpPr/>
          <p:nvPr userDrawn="1"/>
        </p:nvSpPr>
        <p:spPr>
          <a:xfrm>
            <a:off x="10002032" y="-2274"/>
            <a:ext cx="2189967" cy="6858000"/>
          </a:xfrm>
          <a:prstGeom prst="rect">
            <a:avLst/>
          </a:prstGeom>
          <a:solidFill>
            <a:srgbClr val="191A2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Google Shape;44;p51">
            <a:extLst>
              <a:ext uri="{FF2B5EF4-FFF2-40B4-BE49-F238E27FC236}">
                <a16:creationId xmlns:a16="http://schemas.microsoft.com/office/drawing/2014/main" id="{1D4CBCE8-93A0-D490-0759-20C53439CC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755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3" name="Google Shape;46;p51">
            <a:extLst>
              <a:ext uri="{FF2B5EF4-FFF2-40B4-BE49-F238E27FC236}">
                <a16:creationId xmlns:a16="http://schemas.microsoft.com/office/drawing/2014/main" id="{610CA262-F9E2-F7A8-14C9-941313AB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36F966-F689-DCAB-F6E2-A2951A56CF2A}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83440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e - Side break RHS (Small)_notitle" preserve="1" userDrawn="1">
  <p:cSld name="slim white right">
    <p:bg>
      <p:bgPr>
        <a:solidFill>
          <a:srgbClr val="191A24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439EFA-9878-4448-19F8-7CBA49757B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7552" y="1359074"/>
            <a:ext cx="8889367" cy="4269091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bg1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bg1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bg1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bg1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27603C-C6C8-16CF-4B2E-C279B725AD82}"/>
              </a:ext>
            </a:extLst>
          </p:cNvPr>
          <p:cNvSpPr/>
          <p:nvPr userDrawn="1"/>
        </p:nvSpPr>
        <p:spPr>
          <a:xfrm>
            <a:off x="10002032" y="-2274"/>
            <a:ext cx="2189967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Google Shape;44;p51">
            <a:extLst>
              <a:ext uri="{FF2B5EF4-FFF2-40B4-BE49-F238E27FC236}">
                <a16:creationId xmlns:a16="http://schemas.microsoft.com/office/drawing/2014/main" id="{1D4CBCE8-93A0-D490-0759-20C53439CC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755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3" name="Google Shape;46;p51">
            <a:extLst>
              <a:ext uri="{FF2B5EF4-FFF2-40B4-BE49-F238E27FC236}">
                <a16:creationId xmlns:a16="http://schemas.microsoft.com/office/drawing/2014/main" id="{610CA262-F9E2-F7A8-14C9-941313AB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36F966-F689-DCAB-F6E2-A2951A56CF2A}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06166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_Slide_Title" userDrawn="1">
  <p:cSld name="navy breaker bottom">
    <p:bg>
      <p:bgPr>
        <a:solidFill>
          <a:schemeClr val="accent5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6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4814"/>
          <a:stretch>
            <a:fillRect/>
          </a:stretch>
        </p:blipFill>
        <p:spPr>
          <a:xfrm>
            <a:off x="0" y="2758508"/>
            <a:ext cx="12192000" cy="409949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30BA2F41-1775-2919-CD16-FC96054EB9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4211" y="1277655"/>
            <a:ext cx="11108734" cy="4137213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5" name="Google Shape;46;p51">
            <a:extLst>
              <a:ext uri="{FF2B5EF4-FFF2-40B4-BE49-F238E27FC236}">
                <a16:creationId xmlns:a16="http://schemas.microsoft.com/office/drawing/2014/main" id="{12C73950-769D-F72F-8D17-C34CFFE69A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99120103-F46D-DDFD-C42D-4C1415111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11" y="342993"/>
            <a:ext cx="9316090" cy="471199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3C60A96-D462-F6C9-0598-AE53132DC3EB}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8014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Three on a Page n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B1A727C-5351-D390-FC3C-6DA10184A407}"/>
              </a:ext>
            </a:extLst>
          </p:cNvPr>
          <p:cNvSpPr/>
          <p:nvPr userDrawn="1"/>
        </p:nvSpPr>
        <p:spPr>
          <a:xfrm>
            <a:off x="4273844" y="1477783"/>
            <a:ext cx="3733248" cy="4291200"/>
          </a:xfrm>
          <a:prstGeom prst="roundRect">
            <a:avLst>
              <a:gd name="adj" fmla="val 1817"/>
            </a:avLst>
          </a:prstGeom>
          <a:solidFill>
            <a:srgbClr val="191A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546DFEF-92E8-A978-5FA6-7B3DAC38548A}"/>
              </a:ext>
            </a:extLst>
          </p:cNvPr>
          <p:cNvSpPr/>
          <p:nvPr userDrawn="1"/>
        </p:nvSpPr>
        <p:spPr>
          <a:xfrm>
            <a:off x="8040135" y="1477783"/>
            <a:ext cx="3733248" cy="4291200"/>
          </a:xfrm>
          <a:prstGeom prst="roundRect">
            <a:avLst>
              <a:gd name="adj" fmla="val 1817"/>
            </a:avLst>
          </a:prstGeom>
          <a:solidFill>
            <a:srgbClr val="191A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7B98C0A-65F7-6479-0846-723DC7EB724B}"/>
              </a:ext>
            </a:extLst>
          </p:cNvPr>
          <p:cNvSpPr/>
          <p:nvPr userDrawn="1"/>
        </p:nvSpPr>
        <p:spPr>
          <a:xfrm>
            <a:off x="507552" y="1490400"/>
            <a:ext cx="3733248" cy="4291200"/>
          </a:xfrm>
          <a:prstGeom prst="roundRect">
            <a:avLst>
              <a:gd name="adj" fmla="val 1817"/>
            </a:avLst>
          </a:prstGeom>
          <a:solidFill>
            <a:srgbClr val="191A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E2F9A93-5A2A-02C7-41E6-DE7362229B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552" y="870681"/>
            <a:ext cx="11035730" cy="2704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  <a:defRPr sz="1600" b="0" i="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Optional Slide Subtitle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BCC90CE-B1F1-8F9A-935C-BDAE2CEDE9C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2675" y="1682178"/>
            <a:ext cx="3383001" cy="38824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buClr>
                <a:srgbClr val="FF4700"/>
              </a:buClr>
              <a:defRPr sz="2000">
                <a:solidFill>
                  <a:schemeClr val="accent5"/>
                </a:solidFill>
                <a:latin typeface="+mn-lt"/>
              </a:defRPr>
            </a:lvl1pPr>
            <a:lvl2pPr>
              <a:buClr>
                <a:srgbClr val="FF4700"/>
              </a:buClr>
              <a:defRPr sz="1800">
                <a:solidFill>
                  <a:schemeClr val="accent5"/>
                </a:solidFill>
                <a:latin typeface="+mn-lt"/>
              </a:defRPr>
            </a:lvl2pPr>
            <a:lvl3pPr>
              <a:buClr>
                <a:srgbClr val="FF4700"/>
              </a:buClr>
              <a:defRPr sz="1600">
                <a:solidFill>
                  <a:schemeClr val="accent5"/>
                </a:solidFill>
                <a:latin typeface="+mn-lt"/>
              </a:defRPr>
            </a:lvl3pPr>
            <a:lvl4pPr>
              <a:buClr>
                <a:srgbClr val="FF4700"/>
              </a:buClr>
              <a:defRPr sz="1400">
                <a:solidFill>
                  <a:schemeClr val="accent5"/>
                </a:solidFill>
                <a:latin typeface="+mn-lt"/>
              </a:defRPr>
            </a:lvl4pPr>
            <a:lvl5pPr>
              <a:buClr>
                <a:srgbClr val="FF4700"/>
              </a:buClr>
              <a:defRPr sz="1200">
                <a:solidFill>
                  <a:schemeClr val="accent5"/>
                </a:solidFill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oogle Shape;46;p51">
            <a:extLst>
              <a:ext uri="{FF2B5EF4-FFF2-40B4-BE49-F238E27FC236}">
                <a16:creationId xmlns:a16="http://schemas.microsoft.com/office/drawing/2014/main" id="{7E19D2F0-2565-9402-6779-9A4D8F1A5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4269E3B-AB6B-70C7-7C04-088106E3D23B}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44;p51">
            <a:extLst>
              <a:ext uri="{FF2B5EF4-FFF2-40B4-BE49-F238E27FC236}">
                <a16:creationId xmlns:a16="http://schemas.microsoft.com/office/drawing/2014/main" id="{03EF820F-46EB-E8AF-8D9D-410203411F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755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68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456067-8A71-32E8-07B2-505BB92A992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448967" y="1682177"/>
            <a:ext cx="3383001" cy="38824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buClr>
                <a:srgbClr val="FF4700"/>
              </a:buClr>
              <a:defRPr sz="2000">
                <a:solidFill>
                  <a:schemeClr val="accent5"/>
                </a:solidFill>
                <a:latin typeface="+mn-lt"/>
              </a:defRPr>
            </a:lvl1pPr>
            <a:lvl2pPr>
              <a:buClr>
                <a:srgbClr val="FF4700"/>
              </a:buClr>
              <a:defRPr sz="1800">
                <a:solidFill>
                  <a:schemeClr val="accent5"/>
                </a:solidFill>
                <a:latin typeface="+mn-lt"/>
              </a:defRPr>
            </a:lvl2pPr>
            <a:lvl3pPr>
              <a:buClr>
                <a:srgbClr val="FF4700"/>
              </a:buClr>
              <a:defRPr sz="1600">
                <a:solidFill>
                  <a:schemeClr val="accent5"/>
                </a:solidFill>
                <a:latin typeface="+mn-lt"/>
              </a:defRPr>
            </a:lvl3pPr>
            <a:lvl4pPr>
              <a:buClr>
                <a:srgbClr val="FF4700"/>
              </a:buClr>
              <a:defRPr sz="1400">
                <a:solidFill>
                  <a:schemeClr val="accent5"/>
                </a:solidFill>
                <a:latin typeface="+mn-lt"/>
              </a:defRPr>
            </a:lvl4pPr>
            <a:lvl5pPr>
              <a:buClr>
                <a:srgbClr val="FF4700"/>
              </a:buClr>
              <a:defRPr sz="1200">
                <a:solidFill>
                  <a:schemeClr val="accent5"/>
                </a:solidFill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0A29D38-3F12-5E54-DFBD-360AB91356C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215258" y="1682177"/>
            <a:ext cx="3383001" cy="38824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buClr>
                <a:srgbClr val="FF4700"/>
              </a:buClr>
              <a:defRPr sz="2000">
                <a:solidFill>
                  <a:schemeClr val="accent5"/>
                </a:solidFill>
                <a:latin typeface="+mn-lt"/>
              </a:defRPr>
            </a:lvl1pPr>
            <a:lvl2pPr>
              <a:buClr>
                <a:srgbClr val="FF4700"/>
              </a:buClr>
              <a:defRPr sz="1800">
                <a:solidFill>
                  <a:schemeClr val="accent5"/>
                </a:solidFill>
                <a:latin typeface="+mn-lt"/>
              </a:defRPr>
            </a:lvl2pPr>
            <a:lvl3pPr>
              <a:buClr>
                <a:srgbClr val="FF4700"/>
              </a:buClr>
              <a:defRPr sz="1600">
                <a:solidFill>
                  <a:schemeClr val="accent5"/>
                </a:solidFill>
                <a:latin typeface="+mn-lt"/>
              </a:defRPr>
            </a:lvl3pPr>
            <a:lvl4pPr>
              <a:buClr>
                <a:srgbClr val="FF4700"/>
              </a:buClr>
              <a:defRPr sz="1400">
                <a:solidFill>
                  <a:schemeClr val="accent5"/>
                </a:solidFill>
                <a:latin typeface="+mn-lt"/>
              </a:defRPr>
            </a:lvl4pPr>
            <a:lvl5pPr>
              <a:buClr>
                <a:srgbClr val="FF4700"/>
              </a:buClr>
              <a:defRPr sz="1200">
                <a:solidFill>
                  <a:schemeClr val="accent5"/>
                </a:solidFill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66708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Three on a Page white">
    <p:bg>
      <p:bgPr>
        <a:solidFill>
          <a:srgbClr val="19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B1A727C-5351-D390-FC3C-6DA10184A407}"/>
              </a:ext>
            </a:extLst>
          </p:cNvPr>
          <p:cNvSpPr/>
          <p:nvPr userDrawn="1"/>
        </p:nvSpPr>
        <p:spPr>
          <a:xfrm>
            <a:off x="4273844" y="1477783"/>
            <a:ext cx="3733248" cy="4291200"/>
          </a:xfrm>
          <a:prstGeom prst="roundRect">
            <a:avLst>
              <a:gd name="adj" fmla="val 18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546DFEF-92E8-A978-5FA6-7B3DAC38548A}"/>
              </a:ext>
            </a:extLst>
          </p:cNvPr>
          <p:cNvSpPr/>
          <p:nvPr userDrawn="1"/>
        </p:nvSpPr>
        <p:spPr>
          <a:xfrm>
            <a:off x="8040135" y="1477783"/>
            <a:ext cx="3733248" cy="4291200"/>
          </a:xfrm>
          <a:prstGeom prst="roundRect">
            <a:avLst>
              <a:gd name="adj" fmla="val 18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7B98C0A-65F7-6479-0846-723DC7EB724B}"/>
              </a:ext>
            </a:extLst>
          </p:cNvPr>
          <p:cNvSpPr/>
          <p:nvPr userDrawn="1"/>
        </p:nvSpPr>
        <p:spPr>
          <a:xfrm>
            <a:off x="507552" y="1490400"/>
            <a:ext cx="3733248" cy="4291200"/>
          </a:xfrm>
          <a:prstGeom prst="roundRect">
            <a:avLst>
              <a:gd name="adj" fmla="val 18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E2F9A93-5A2A-02C7-41E6-DE7362229B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552" y="870681"/>
            <a:ext cx="11035730" cy="2704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  <a:defRPr sz="1600" b="0" i="0" cap="none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Optional Slide Subtitle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BCC90CE-B1F1-8F9A-935C-BDAE2CEDE9C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2675" y="1682178"/>
            <a:ext cx="3383001" cy="38824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6350" indent="0">
              <a:buClr>
                <a:srgbClr val="FF4700"/>
              </a:buClr>
              <a:buFont typeface="Arial" panose="020B0604020202020204" pitchFamily="34" charset="0"/>
              <a:buNone/>
              <a:tabLst/>
              <a:defRPr sz="2000">
                <a:solidFill>
                  <a:srgbClr val="191A24"/>
                </a:solidFill>
                <a:latin typeface="+mn-lt"/>
              </a:defRPr>
            </a:lvl1pPr>
            <a:lvl2pPr>
              <a:buClr>
                <a:srgbClr val="FF4700"/>
              </a:buClr>
              <a:defRPr sz="1800">
                <a:solidFill>
                  <a:srgbClr val="191A24"/>
                </a:solidFill>
                <a:latin typeface="+mn-lt"/>
              </a:defRPr>
            </a:lvl2pPr>
            <a:lvl3pPr>
              <a:buClr>
                <a:srgbClr val="FF4700"/>
              </a:buClr>
              <a:defRPr sz="1600">
                <a:solidFill>
                  <a:srgbClr val="191A24"/>
                </a:solidFill>
                <a:latin typeface="+mn-lt"/>
              </a:defRPr>
            </a:lvl3pPr>
            <a:lvl4pPr>
              <a:buClr>
                <a:srgbClr val="FF4700"/>
              </a:buClr>
              <a:defRPr sz="1400">
                <a:solidFill>
                  <a:srgbClr val="191A24"/>
                </a:solidFill>
                <a:latin typeface="+mn-lt"/>
              </a:defRPr>
            </a:lvl4pPr>
            <a:lvl5pPr>
              <a:buClr>
                <a:srgbClr val="FF4700"/>
              </a:buClr>
              <a:defRPr sz="1200">
                <a:solidFill>
                  <a:srgbClr val="191A24"/>
                </a:solidFill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oogle Shape;46;p51">
            <a:extLst>
              <a:ext uri="{FF2B5EF4-FFF2-40B4-BE49-F238E27FC236}">
                <a16:creationId xmlns:a16="http://schemas.microsoft.com/office/drawing/2014/main" id="{7E19D2F0-2565-9402-6779-9A4D8F1A5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4269E3B-AB6B-70C7-7C04-088106E3D23B}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44;p51">
            <a:extLst>
              <a:ext uri="{FF2B5EF4-FFF2-40B4-BE49-F238E27FC236}">
                <a16:creationId xmlns:a16="http://schemas.microsoft.com/office/drawing/2014/main" id="{03EF820F-46EB-E8AF-8D9D-410203411F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755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68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solidFill>
                  <a:schemeClr val="accent5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456067-8A71-32E8-07B2-505BB92A992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448967" y="1682177"/>
            <a:ext cx="3383001" cy="38824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6350" indent="0">
              <a:buClr>
                <a:srgbClr val="FF4700"/>
              </a:buClr>
              <a:tabLst/>
              <a:defRPr sz="2000">
                <a:solidFill>
                  <a:srgbClr val="191A24"/>
                </a:solidFill>
                <a:latin typeface="+mn-lt"/>
              </a:defRPr>
            </a:lvl1pPr>
            <a:lvl2pPr>
              <a:buClr>
                <a:srgbClr val="FF4700"/>
              </a:buClr>
              <a:defRPr sz="1800">
                <a:solidFill>
                  <a:srgbClr val="191A24"/>
                </a:solidFill>
                <a:latin typeface="+mn-lt"/>
              </a:defRPr>
            </a:lvl2pPr>
            <a:lvl3pPr>
              <a:buClr>
                <a:srgbClr val="FF4700"/>
              </a:buClr>
              <a:defRPr sz="1600">
                <a:solidFill>
                  <a:srgbClr val="191A24"/>
                </a:solidFill>
                <a:latin typeface="+mn-lt"/>
              </a:defRPr>
            </a:lvl3pPr>
            <a:lvl4pPr>
              <a:buClr>
                <a:srgbClr val="FF4700"/>
              </a:buClr>
              <a:defRPr sz="1400">
                <a:solidFill>
                  <a:srgbClr val="191A24"/>
                </a:solidFill>
                <a:latin typeface="+mn-lt"/>
              </a:defRPr>
            </a:lvl4pPr>
            <a:lvl5pPr>
              <a:buClr>
                <a:srgbClr val="FF4700"/>
              </a:buClr>
              <a:defRPr sz="1200">
                <a:solidFill>
                  <a:srgbClr val="191A24"/>
                </a:solidFill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0A29D38-3F12-5E54-DFBD-360AB91356C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215258" y="1682177"/>
            <a:ext cx="3383001" cy="38824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450850">
              <a:buClr>
                <a:srgbClr val="FF4700"/>
              </a:buClr>
              <a:tabLst/>
              <a:defRPr sz="2000">
                <a:solidFill>
                  <a:srgbClr val="191A24"/>
                </a:solidFill>
                <a:latin typeface="+mn-lt"/>
              </a:defRPr>
            </a:lvl1pPr>
            <a:lvl2pPr>
              <a:buClr>
                <a:srgbClr val="FF4700"/>
              </a:buClr>
              <a:defRPr sz="1800">
                <a:solidFill>
                  <a:srgbClr val="191A24"/>
                </a:solidFill>
                <a:latin typeface="+mn-lt"/>
              </a:defRPr>
            </a:lvl2pPr>
            <a:lvl3pPr>
              <a:buClr>
                <a:srgbClr val="FF4700"/>
              </a:buClr>
              <a:defRPr sz="1600">
                <a:solidFill>
                  <a:srgbClr val="191A24"/>
                </a:solidFill>
                <a:latin typeface="+mn-lt"/>
              </a:defRPr>
            </a:lvl3pPr>
            <a:lvl4pPr>
              <a:buClr>
                <a:srgbClr val="FF4700"/>
              </a:buClr>
              <a:defRPr sz="1400">
                <a:solidFill>
                  <a:srgbClr val="191A24"/>
                </a:solidFill>
                <a:latin typeface="+mn-lt"/>
              </a:defRPr>
            </a:lvl4pPr>
            <a:lvl5pPr>
              <a:buClr>
                <a:srgbClr val="FF4700"/>
              </a:buClr>
              <a:defRPr sz="1200">
                <a:solidFill>
                  <a:srgbClr val="191A24"/>
                </a:solidFill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930934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navy" preserve="1" userDrawn="1">
  <p:cSld name="Summary Slide">
    <p:bg>
      <p:bgPr>
        <a:solidFill>
          <a:srgbClr val="191A24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44302E-9F83-76D0-2050-0E0C92D58A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5200" y="1589088"/>
            <a:ext cx="6842786" cy="4488929"/>
          </a:xfrm>
          <a:solidFill>
            <a:schemeClr val="bg2"/>
          </a:solidFill>
        </p:spPr>
        <p:txBody>
          <a:bodyPr/>
          <a:lstStyle>
            <a:lvl1pPr marL="571500" marR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tabLst/>
              <a:defRPr sz="2000">
                <a:solidFill>
                  <a:schemeClr val="accent5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defRPr sz="1800">
                <a:solidFill>
                  <a:schemeClr val="accent5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defRPr sz="1600">
                <a:solidFill>
                  <a:schemeClr val="accent5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defRPr sz="1400">
                <a:solidFill>
                  <a:schemeClr val="accent5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defRPr sz="1200">
                <a:solidFill>
                  <a:schemeClr val="accent5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0"/>
            <a:r>
              <a:rPr lang="en-US"/>
              <a:t>Click to edit Master text styles</a:t>
            </a:r>
          </a:p>
          <a:p>
            <a:pPr lvl="0"/>
            <a:r>
              <a:rPr lang="en-US"/>
              <a:t>Click to edit Master text styles</a:t>
            </a:r>
          </a:p>
          <a:p>
            <a:pPr lvl="0"/>
            <a:r>
              <a:rPr lang="en-US"/>
              <a:t>Click to edit Master text styles</a:t>
            </a:r>
          </a:p>
          <a:p>
            <a:pPr lvl="0"/>
            <a:endParaRPr lang="en-GB"/>
          </a:p>
          <a:p>
            <a:pPr lvl="0"/>
            <a:endParaRPr lang="en-GB"/>
          </a:p>
          <a:p>
            <a:pPr lvl="0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CCBB3F-73E7-04C0-D176-087DE45BD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36569" y="3273411"/>
            <a:ext cx="3855431" cy="3570121"/>
          </a:xfrm>
          <a:prstGeom prst="rect">
            <a:avLst/>
          </a:prstGeom>
          <a:effectLst>
            <a:innerShdw blurRad="25400" dist="12700" dir="16200000">
              <a:prstClr val="black">
                <a:alpha val="20000"/>
              </a:prstClr>
            </a:innerShdw>
          </a:effectLst>
        </p:spPr>
      </p:pic>
      <p:sp>
        <p:nvSpPr>
          <p:cNvPr id="2" name="Google Shape;52;p45">
            <a:extLst>
              <a:ext uri="{FF2B5EF4-FFF2-40B4-BE49-F238E27FC236}">
                <a16:creationId xmlns:a16="http://schemas.microsoft.com/office/drawing/2014/main" id="{83DF1D4F-66B8-9173-BB51-DBAB8E0D8A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0653" y="322379"/>
            <a:ext cx="4532491" cy="523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" name="Google Shape;46;p51">
            <a:extLst>
              <a:ext uri="{FF2B5EF4-FFF2-40B4-BE49-F238E27FC236}">
                <a16:creationId xmlns:a16="http://schemas.microsoft.com/office/drawing/2014/main" id="{1AB38591-4890-06AA-89B2-67837DAA2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03646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dark" userDrawn="1">
  <p:cSld name="End slide ">
    <p:bg>
      <p:bgPr>
        <a:solidFill>
          <a:srgbClr val="191A24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3485C68-A35C-0953-D5B1-08400B02B0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1670" y="3128666"/>
            <a:ext cx="6188659" cy="600668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algn="ctr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en-GB"/>
              <a:t>Thank You Slide</a:t>
            </a:r>
            <a:endParaRPr lang="en-US"/>
          </a:p>
        </p:txBody>
      </p:sp>
      <p:pic>
        <p:nvPicPr>
          <p:cNvPr id="6" name="Google Shape;643;p24">
            <a:extLst>
              <a:ext uri="{FF2B5EF4-FFF2-40B4-BE49-F238E27FC236}">
                <a16:creationId xmlns:a16="http://schemas.microsoft.com/office/drawing/2014/main" id="{A78E0165-26D0-45F0-A105-C6068552D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94781" y="6122338"/>
            <a:ext cx="1602437" cy="2733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2896803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dark" userDrawn="1">
  <p:cSld name="Question Slide ">
    <p:bg>
      <p:bgPr>
        <a:solidFill>
          <a:srgbClr val="191A24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D99E9CF9-9EB9-E4D4-FE71-2F4858D2B4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1670" y="3128666"/>
            <a:ext cx="6188659" cy="600668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algn="ctr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en-GB"/>
              <a:t>Questions Slide</a:t>
            </a:r>
            <a:endParaRPr lang="en-US"/>
          </a:p>
        </p:txBody>
      </p:sp>
      <p:pic>
        <p:nvPicPr>
          <p:cNvPr id="2" name="Google Shape;15;p43">
            <a:extLst>
              <a:ext uri="{FF2B5EF4-FFF2-40B4-BE49-F238E27FC236}">
                <a16:creationId xmlns:a16="http://schemas.microsoft.com/office/drawing/2014/main" id="{D8CA3ED5-6F0C-461A-86E7-79A6FF20B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152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55785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86C03-60A1-7394-584D-12B4F9FA8A2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2222" y="1253330"/>
            <a:ext cx="11272577" cy="4735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35DECC-5944-6AF5-0E9A-D6C8EEAA2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223" y="365125"/>
            <a:ext cx="11267554" cy="72009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DFE85A-A070-6764-5E7E-02B040D31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134B45-AF8D-4DE1-B6B3-818C9AE12B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4787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00232B-D4C6-EEFF-9C7E-30F8740D40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Source text same as footnote; no hanging indent</a:t>
            </a:r>
          </a:p>
          <a:p>
            <a:pPr marL="114300" indent="-114300">
              <a:buFont typeface="+mj-lt"/>
              <a:buAutoNum type="arabicPeriod"/>
            </a:pPr>
            <a:r>
              <a:rPr lang="en-US"/>
              <a:t>Footnotes are Aptos font, 8 pt.</a:t>
            </a:r>
          </a:p>
        </p:txBody>
      </p:sp>
    </p:spTree>
    <p:extLst>
      <p:ext uri="{BB962C8B-B14F-4D97-AF65-F5344CB8AC3E}">
        <p14:creationId xmlns:p14="http://schemas.microsoft.com/office/powerpoint/2010/main" val="31450496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_notitle">
  <p:cSld name="Content slide_no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3"/>
          <p:cNvSpPr txBox="1">
            <a:spLocks noGrp="1"/>
          </p:cNvSpPr>
          <p:nvPr>
            <p:ph type="sldNum" idx="12"/>
          </p:nvPr>
        </p:nvSpPr>
        <p:spPr>
          <a:xfrm>
            <a:off x="11403105" y="6356350"/>
            <a:ext cx="6140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5" name="Google Shape;15;p43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152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2862284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2"/>
          <p:cNvSpPr txBox="1">
            <a:spLocks noGrp="1"/>
          </p:cNvSpPr>
          <p:nvPr>
            <p:ph type="title"/>
          </p:nvPr>
        </p:nvSpPr>
        <p:spPr>
          <a:xfrm>
            <a:off x="454211" y="342993"/>
            <a:ext cx="4763965" cy="471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0000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200"/>
              <a:buFont typeface="Inter"/>
              <a:buNone/>
              <a:defRPr sz="3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2"/>
          <p:cNvSpPr txBox="1">
            <a:spLocks noGrp="1"/>
          </p:cNvSpPr>
          <p:nvPr>
            <p:ph type="body" idx="1"/>
          </p:nvPr>
        </p:nvSpPr>
        <p:spPr>
          <a:xfrm>
            <a:off x="454211" y="1825625"/>
            <a:ext cx="11319435" cy="3986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0000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717"/>
              </a:buClr>
              <a:buSzPts val="2800"/>
              <a:buFont typeface="Inter"/>
              <a:buNone/>
              <a:defRPr sz="2800" b="0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C112C0-EE73-BB6D-7F69-B1EB82D5CC63}"/>
              </a:ext>
            </a:extLst>
          </p:cNvPr>
          <p:cNvSpPr txBox="1"/>
          <p:nvPr userDrawn="1"/>
        </p:nvSpPr>
        <p:spPr>
          <a:xfrm>
            <a:off x="-830771" y="703039"/>
            <a:ext cx="700513" cy="22230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>
            <a:defPPr>
              <a:defRPr lang="en-US"/>
            </a:defPPr>
            <a:lvl1pPr>
              <a:defRPr sz="900" b="1" baseline="0">
                <a:solidFill>
                  <a:srgbClr val="A2A2A2"/>
                </a:solidFill>
              </a:defRPr>
            </a:lvl1pPr>
          </a:lstStyle>
          <a:p>
            <a:pPr lvl="0" algn="r">
              <a:lnSpc>
                <a:spcPct val="90000"/>
              </a:lnSpc>
            </a:pPr>
            <a:r>
              <a:rPr lang="en-US" sz="800">
                <a:solidFill>
                  <a:schemeClr val="bg2"/>
                </a:solidFill>
                <a:latin typeface="+mn-lt"/>
              </a:rPr>
              <a:t>Place content</a:t>
            </a:r>
            <a:br>
              <a:rPr lang="en-US" sz="800">
                <a:solidFill>
                  <a:schemeClr val="bg2"/>
                </a:solidFill>
                <a:latin typeface="+mn-lt"/>
              </a:rPr>
            </a:br>
            <a:r>
              <a:rPr lang="en-US" sz="800">
                <a:solidFill>
                  <a:schemeClr val="bg2"/>
                </a:solidFill>
                <a:latin typeface="+mn-lt"/>
              </a:rPr>
              <a:t>below  this line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0496218-5BC9-0DE0-4221-B87B0E4252BD}"/>
              </a:ext>
            </a:extLst>
          </p:cNvPr>
          <p:cNvCxnSpPr/>
          <p:nvPr userDrawn="1"/>
        </p:nvCxnSpPr>
        <p:spPr>
          <a:xfrm>
            <a:off x="-544804" y="951591"/>
            <a:ext cx="414546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698CB37-3901-399A-8FF0-A6406BBCB74B}"/>
              </a:ext>
            </a:extLst>
          </p:cNvPr>
          <p:cNvCxnSpPr/>
          <p:nvPr userDrawn="1"/>
        </p:nvCxnSpPr>
        <p:spPr>
          <a:xfrm>
            <a:off x="-544277" y="6110292"/>
            <a:ext cx="414547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28D9F13-B0E9-E7D8-99CF-F21277FD7545}"/>
              </a:ext>
            </a:extLst>
          </p:cNvPr>
          <p:cNvSpPr txBox="1"/>
          <p:nvPr userDrawn="1"/>
        </p:nvSpPr>
        <p:spPr>
          <a:xfrm>
            <a:off x="-1080837" y="5861740"/>
            <a:ext cx="950580" cy="222305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>
            <a:defPPr>
              <a:defRPr lang="en-US"/>
            </a:defPPr>
            <a:lvl1pPr>
              <a:defRPr sz="900" b="1" baseline="0">
                <a:solidFill>
                  <a:srgbClr val="A2A2A2"/>
                </a:solidFill>
              </a:defRPr>
            </a:lvl1pPr>
          </a:lstStyle>
          <a:p>
            <a:pPr lvl="0" algn="r">
              <a:lnSpc>
                <a:spcPct val="90000"/>
              </a:lnSpc>
            </a:pPr>
            <a:r>
              <a:rPr lang="en-US" sz="800">
                <a:solidFill>
                  <a:schemeClr val="bg2"/>
                </a:solidFill>
                <a:latin typeface="+mn-lt"/>
              </a:rPr>
              <a:t>Source and</a:t>
            </a:r>
            <a:br>
              <a:rPr lang="en-US" sz="800">
                <a:solidFill>
                  <a:schemeClr val="bg2"/>
                </a:solidFill>
                <a:latin typeface="+mn-lt"/>
              </a:rPr>
            </a:br>
            <a:r>
              <a:rPr lang="en-US" sz="800">
                <a:solidFill>
                  <a:schemeClr val="bg2"/>
                </a:solidFill>
                <a:latin typeface="+mn-lt"/>
              </a:rPr>
              <a:t>Footnotes Guideline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0F83ED-9A73-5308-A119-19253C7BFE32}"/>
              </a:ext>
            </a:extLst>
          </p:cNvPr>
          <p:cNvSpPr txBox="1"/>
          <p:nvPr userDrawn="1"/>
        </p:nvSpPr>
        <p:spPr>
          <a:xfrm>
            <a:off x="614009" y="-255682"/>
            <a:ext cx="775918" cy="22159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>
            <a:defPPr>
              <a:defRPr lang="en-US"/>
            </a:defPPr>
            <a:lvl1pPr>
              <a:defRPr sz="900" b="1" baseline="0">
                <a:solidFill>
                  <a:srgbClr val="A2A2A2"/>
                </a:solidFill>
              </a:defRPr>
            </a:lvl1pPr>
          </a:lstStyle>
          <a:p>
            <a:pPr lvl="0" algn="l">
              <a:lnSpc>
                <a:spcPct val="90000"/>
              </a:lnSpc>
            </a:pPr>
            <a:r>
              <a:rPr lang="en-US" sz="800">
                <a:solidFill>
                  <a:schemeClr val="bg2"/>
                </a:solidFill>
                <a:latin typeface="+mn-lt"/>
              </a:rPr>
              <a:t>No content past</a:t>
            </a:r>
            <a:br>
              <a:rPr lang="en-US" sz="800">
                <a:solidFill>
                  <a:schemeClr val="bg2"/>
                </a:solidFill>
                <a:latin typeface="+mn-lt"/>
              </a:rPr>
            </a:br>
            <a:r>
              <a:rPr lang="en-US" sz="800">
                <a:solidFill>
                  <a:schemeClr val="bg2"/>
                </a:solidFill>
                <a:latin typeface="+mn-lt"/>
              </a:rPr>
              <a:t>this line.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D698F47-C220-BEFA-55D7-0B4A38D6FFA6}"/>
              </a:ext>
            </a:extLst>
          </p:cNvPr>
          <p:cNvCxnSpPr>
            <a:cxnSpLocks/>
          </p:cNvCxnSpPr>
          <p:nvPr userDrawn="1"/>
        </p:nvCxnSpPr>
        <p:spPr>
          <a:xfrm>
            <a:off x="454211" y="-372862"/>
            <a:ext cx="0" cy="359691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089E3C5-8788-04B9-0837-FB383AE03E11}"/>
              </a:ext>
            </a:extLst>
          </p:cNvPr>
          <p:cNvSpPr txBox="1"/>
          <p:nvPr userDrawn="1"/>
        </p:nvSpPr>
        <p:spPr>
          <a:xfrm>
            <a:off x="10837931" y="-255682"/>
            <a:ext cx="775918" cy="22159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>
            <a:defPPr>
              <a:defRPr lang="en-US"/>
            </a:defPPr>
            <a:lvl1pPr>
              <a:defRPr sz="900" b="1" baseline="0">
                <a:solidFill>
                  <a:srgbClr val="A2A2A2"/>
                </a:solidFill>
              </a:defRPr>
            </a:lvl1pPr>
          </a:lstStyle>
          <a:p>
            <a:pPr lvl="0" algn="l">
              <a:lnSpc>
                <a:spcPct val="90000"/>
              </a:lnSpc>
            </a:pPr>
            <a:r>
              <a:rPr lang="en-US" sz="800">
                <a:solidFill>
                  <a:schemeClr val="bg2"/>
                </a:solidFill>
                <a:latin typeface="+mn-lt"/>
              </a:rPr>
              <a:t>No content past</a:t>
            </a:r>
            <a:br>
              <a:rPr lang="en-US" sz="800">
                <a:solidFill>
                  <a:schemeClr val="bg2"/>
                </a:solidFill>
                <a:latin typeface="+mn-lt"/>
              </a:rPr>
            </a:br>
            <a:r>
              <a:rPr lang="en-US" sz="800">
                <a:solidFill>
                  <a:schemeClr val="bg2"/>
                </a:solidFill>
                <a:latin typeface="+mn-lt"/>
              </a:rPr>
              <a:t>this line.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1BF8424-A413-A5AA-681F-D45668682110}"/>
              </a:ext>
            </a:extLst>
          </p:cNvPr>
          <p:cNvCxnSpPr>
            <a:cxnSpLocks/>
          </p:cNvCxnSpPr>
          <p:nvPr userDrawn="1"/>
        </p:nvCxnSpPr>
        <p:spPr>
          <a:xfrm>
            <a:off x="11773646" y="-359691"/>
            <a:ext cx="0" cy="359691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974995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718" r:id="rId2"/>
    <p:sldLayoutId id="2147483719" r:id="rId3"/>
    <p:sldLayoutId id="2147483664" r:id="rId4"/>
    <p:sldLayoutId id="2147483662" r:id="rId5"/>
    <p:sldLayoutId id="2147483720" r:id="rId6"/>
    <p:sldLayoutId id="2147483721" r:id="rId7"/>
    <p:sldLayoutId id="2147483665" r:id="rId8"/>
    <p:sldLayoutId id="2147483680" r:id="rId9"/>
    <p:sldLayoutId id="2147483666" r:id="rId10"/>
    <p:sldLayoutId id="2147483688" r:id="rId11"/>
    <p:sldLayoutId id="2147483709" r:id="rId12"/>
    <p:sldLayoutId id="2147483668" r:id="rId13"/>
    <p:sldLayoutId id="2147483667" r:id="rId14"/>
    <p:sldLayoutId id="2147483713" r:id="rId15"/>
    <p:sldLayoutId id="2147483689" r:id="rId16"/>
    <p:sldLayoutId id="2147483669" r:id="rId17"/>
    <p:sldLayoutId id="2147483711" r:id="rId18"/>
    <p:sldLayoutId id="2147483670" r:id="rId19"/>
    <p:sldLayoutId id="2147483712" r:id="rId20"/>
    <p:sldLayoutId id="2147483672" r:id="rId21"/>
    <p:sldLayoutId id="2147483714" r:id="rId22"/>
    <p:sldLayoutId id="2147483715" r:id="rId23"/>
    <p:sldLayoutId id="2147483697" r:id="rId24"/>
    <p:sldLayoutId id="2147483673" r:id="rId25"/>
    <p:sldLayoutId id="2147483687" r:id="rId26"/>
    <p:sldLayoutId id="2147483710" r:id="rId27"/>
    <p:sldLayoutId id="2147483716" r:id="rId28"/>
    <p:sldLayoutId id="2147483717" r:id="rId2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00" b="0" i="0" u="none" strike="noStrike" cap="none">
          <a:solidFill>
            <a:srgbClr val="000000"/>
          </a:solidFill>
          <a:latin typeface="+mj-lt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00" b="0" i="0" u="none" strike="noStrike" cap="none">
          <a:solidFill>
            <a:srgbClr val="000000"/>
          </a:solidFill>
          <a:latin typeface="+mn-lt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Trading Platform Kick-Off: Requirements and Architecture Day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 Will Produce Today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>
            <a:normAutofit/>
          </a:bodyPr>
          <a:lstStyle/>
          <a:p>
            <a:pPr/>
            <a:r>
              <a:t>Read and digest the LEAP Project business requirements specification</a:t>
            </a:r>
          </a:p>
          <a:p>
            <a:pPr/>
            <a:r>
              <a:t>As a team, produce three things: a candidate architecture, an initial project plan and a risk list</a:t>
            </a:r>
          </a:p>
          <a:p>
            <a:pPr/>
            <a:r>
              <a:t>Package the three into a single presentation</a:t>
            </a:r>
          </a:p>
          <a:p>
            <a:pPr/>
            <a:r>
              <a:t>Present it to a panel of business stakeholders this afternoon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Today's 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>
            <a:normAutofit/>
          </a:bodyPr>
          <a:lstStyle/>
          <a:p>
            <a:pPr/>
            <a:r>
              <a:t>08:00 - 08:30   Welcome, and the requirements specification is issued</a:t>
            </a:r>
          </a:p>
          <a:p>
            <a:pPr/>
            <a:r>
              <a:t>08:30 - 12:00   Team working session</a:t>
            </a:r>
          </a:p>
          <a:p>
            <a:pPr/>
            <a:r>
              <a:t>12:00 - 13:00   Lunch</a:t>
            </a:r>
          </a:p>
          <a:p>
            <a:pPr/>
            <a:r>
              <a:t>13:00 - 14:00   Finish working session and prepare the presentation</a:t>
            </a:r>
          </a:p>
          <a:p>
            <a:pPr/>
            <a:r>
              <a:t>14:00 - 15:20   Team presentations to stakeholders (20 minutes each, 4 teams)</a:t>
            </a:r>
          </a:p>
          <a:p>
            <a:pPr/>
            <a:r>
              <a:t>15:20 - 15:50   Panel feedback and cross-team discussion</a:t>
            </a:r>
          </a:p>
          <a:p>
            <a:pPr/>
            <a:r>
              <a:t>15:50 - 16:00   Close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Brief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>
            <a:normAutofit/>
          </a:bodyPr>
          <a:lstStyle/>
          <a:p>
            <a:pPr/>
            <a:r>
              <a:t>You have each been issued the LEAP Project Business Requirements Specification</a:t>
            </a:r>
          </a:p>
          <a:p>
            <a:pPr/>
            <a:r>
              <a:t>Read it as a team before you start designing anything</a:t>
            </a:r>
          </a:p>
          <a:p>
            <a:pPr/>
            <a:r>
              <a:t>It describes what the platform must do and the standard of service it must meet</a:t>
            </a:r>
          </a:p>
          <a:p>
            <a:pPr/>
            <a:r>
              <a:t>It does not tell you how to build it. That decision is yours to propose and defend</a:t>
            </a:r>
          </a:p>
          <a:p>
            <a:pPr/>
            <a:r>
              <a:t>Treat it exactly as you would a specification from a real client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>
            <a:normAutofit/>
          </a:bodyPr>
          <a:lstStyle/>
          <a:p>
            <a:pPr/>
            <a:r>
              <a:t>Everything your afternoon presentation needs to cover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b="1" sz="1600"/>
              <a:t>Candidate Architecture</a:t>
            </a:r>
          </a:p>
          <a:p>
            <a:pPr/>
            <a:r>
              <a:t>Your proposed design</a:t>
            </a:r>
          </a:p>
          <a:p>
            <a:pPr/>
            <a:r>
              <a:t>The technologies you would use</a:t>
            </a:r>
          </a:p>
          <a:p>
            <a:pPr/>
            <a:r>
              <a:t>Why you chose them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Deliverables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4"/>
          </p:nvPr>
        </p:nvSpPr>
        <p:spPr/>
        <p:txBody>
          <a:bodyPr wrap="square"/>
          <a:lstStyle/>
          <a:p>
            <a:r>
              <a:rPr b="1" sz="1600"/>
              <a:t>Initial Project Plan</a:t>
            </a:r>
          </a:p>
          <a:p>
            <a:pPr/>
            <a:r>
              <a:t>How you would sequence the work</a:t>
            </a:r>
          </a:p>
          <a:p>
            <a:pPr/>
            <a:r>
              <a:t>What has to come first</a:t>
            </a:r>
          </a:p>
          <a:p>
            <a:pPr/>
            <a:r>
              <a:t>What could run in parallel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5"/>
          </p:nvPr>
        </p:nvSpPr>
        <p:spPr/>
        <p:txBody>
          <a:bodyPr wrap="square"/>
          <a:lstStyle/>
          <a:p>
            <a:r>
              <a:rPr b="1" sz="1600"/>
              <a:t>Risk List</a:t>
            </a:r>
          </a:p>
          <a:p>
            <a:pPr/>
            <a:r>
              <a:t>What could go wrong</a:t>
            </a:r>
          </a:p>
          <a:p>
            <a:pPr/>
            <a:r>
              <a:t>How likely, how serious</a:t>
            </a:r>
          </a:p>
          <a:p>
            <a:pPr/>
            <a:r>
              <a:t>What you would do about 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 1: Candidate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>
            <a:normAutofit/>
          </a:bodyPr>
          <a:lstStyle/>
          <a:p>
            <a:pPr/>
            <a:r>
              <a:t>Show how the pieces of the platform fit together and how data flows through it</a:t>
            </a:r>
          </a:p>
          <a:p>
            <a:pPr/>
            <a:r>
              <a:t>Name the technologies you would use, and why you chose them over the alternatives</a:t>
            </a:r>
          </a:p>
          <a:p>
            <a:pPr/>
            <a:r>
              <a:t>Show how the design meets the trust, audit and reporting expectations in the specification, not only the visible features</a:t>
            </a:r>
          </a:p>
          <a:p>
            <a:pPr/>
            <a:r>
              <a:t>A whiteboard sketch or diagram is expected. Polish is not the point today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 2: Initial Project Plan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>
            <a:normAutofit/>
          </a:bodyPr>
          <a:lstStyle/>
          <a:p>
            <a:pPr/>
            <a:r>
              <a:t>Show how you would sequence the work, not a finished schedule</a:t>
            </a:r>
          </a:p>
          <a:p>
            <a:pPr/>
            <a:r>
              <a:t>Identify what has to exist before anything else can be built</a:t>
            </a:r>
          </a:p>
          <a:p>
            <a:pPr/>
            <a:r>
              <a:t>Identify what could run in parallel across the team</a:t>
            </a:r>
          </a:p>
          <a:p>
            <a:pPr/>
            <a:r>
              <a:t>Be honest about what you do not yet know enough to plan in detail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 3: Risk List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>
            <a:normAutofit/>
          </a:bodyPr>
          <a:lstStyle/>
          <a:p>
            <a:pPr/>
            <a:r>
              <a:t>List the risks you can see in delivering this platform, technical and otherwise</a:t>
            </a:r>
          </a:p>
          <a:p>
            <a:pPr/>
            <a:r>
              <a:t>For each, note how likely it is, how serious it would be, and what you would do about it</a:t>
            </a:r>
          </a:p>
          <a:p>
            <a:pPr/>
            <a:r>
              <a:t>A short, honest list is worth more than a long list copied from a template</a:t>
            </a:r>
          </a:p>
          <a:p>
            <a:pPr/>
            <a:r>
              <a:t>Flag anything in the specification you are still unsure how to satisfy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This Afternoon: Presenting to Stakeholders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>
            <a:normAutofit/>
          </a:bodyPr>
          <a:lstStyle/>
          <a:p>
            <a:pPr/>
            <a:r>
              <a:t>Each team presents for up to 20 minutes, including questions</a:t>
            </a:r>
          </a:p>
          <a:p>
            <a:pPr/>
            <a:r>
              <a:t>The panel plays the role of LEAP Project stakeholders: the Programme Sponsor and colleagues</a:t>
            </a:r>
          </a:p>
          <a:p>
            <a:pPr/>
            <a:r>
              <a:t>Speak to them as stakeholders, not as engineers in a stand-up</a:t>
            </a:r>
          </a:p>
          <a:p>
            <a:pPr/>
            <a:r>
              <a:t>Lead with the business outcome, then explain the architecture that delivers it</a:t>
            </a:r>
          </a:p>
          <a:p>
            <a:pPr/>
            <a:r>
              <a:t>Be ready to defend a decision you made, and to admit one you have not resolved yet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Logistics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>
            <a:normAutofit/>
          </a:bodyPr>
          <a:lstStyle/>
          <a:p>
            <a:pPr/>
            <a:r>
              <a:t>Four teams of five to six, four teams per classroom</a:t>
            </a:r>
          </a:p>
          <a:p>
            <a:pPr/>
            <a:r>
              <a:t>Bring your three deliverables as slides or a shared document, whichever your team presents from best</a:t>
            </a:r>
          </a:p>
          <a:p>
            <a:pPr/>
            <a:r>
              <a:t>Presentation order is drawn at random at 13:45</a:t>
            </a:r>
          </a:p>
          <a:p>
            <a:pPr/>
            <a:r>
              <a:t>Ask your instructor if anything in the specification is unclear. A real programme sponsor would expect that question, not penalise 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wrap="square">
            <a:normAutofit/>
          </a:bodyPr>
          <a:lstStyle/>
          <a:p>
            <a:pPr/>
            <a:r>
              <a:t>Read the specification as a team</a:t>
            </a:r>
          </a:p>
          <a:p>
            <a:pPr/>
            <a:r>
              <a:t>Design a candidate architecture and justify it</a:t>
            </a:r>
          </a:p>
          <a:p>
            <a:pPr/>
            <a:r>
              <a:t>Sketch an initial plan and an honest risk list</a:t>
            </a:r>
          </a:p>
          <a:p>
            <a:pPr/>
            <a:r>
              <a:t>Present it as if the LEAP Project's stakeholders are deciding whether to fund you</a:t>
            </a:r>
          </a:p>
          <a:p>
            <a:pPr/>
            <a:r>
              <a:t>Next: delivery begins.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Before You Start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ueda 2026">
  <a:themeElements>
    <a:clrScheme name="Custom 1">
      <a:dk1>
        <a:srgbClr val="FFFFFF"/>
      </a:dk1>
      <a:lt1>
        <a:srgbClr val="2C2F41"/>
      </a:lt1>
      <a:dk2>
        <a:srgbClr val="191A24"/>
      </a:dk2>
      <a:lt2>
        <a:srgbClr val="2C2F41"/>
      </a:lt2>
      <a:accent1>
        <a:srgbClr val="2C2F41"/>
      </a:accent1>
      <a:accent2>
        <a:srgbClr val="FF4700"/>
      </a:accent2>
      <a:accent3>
        <a:srgbClr val="FFD275"/>
      </a:accent3>
      <a:accent4>
        <a:srgbClr val="276FBF"/>
      </a:accent4>
      <a:accent5>
        <a:srgbClr val="FFFFFF"/>
      </a:accent5>
      <a:accent6>
        <a:srgbClr val="5B85AA"/>
      </a:accent6>
      <a:hlink>
        <a:srgbClr val="FF4700"/>
      </a:hlink>
      <a:folHlink>
        <a:srgbClr val="FF4700"/>
      </a:folHlink>
    </a:clrScheme>
    <a:fontScheme name="Neueda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5C56CCA5A1C94AB07F13D7F09C17CA" ma:contentTypeVersion="29" ma:contentTypeDescription="Create a new document." ma:contentTypeScope="" ma:versionID="9e9d54540c69355e1d05c5aabc61c47c">
  <xsd:schema xmlns:xsd="http://www.w3.org/2001/XMLSchema" xmlns:xs="http://www.w3.org/2001/XMLSchema" xmlns:p="http://schemas.microsoft.com/office/2006/metadata/properties" xmlns:ns1="http://schemas.microsoft.com/sharepoint/v3" xmlns:ns2="2c08f754-a9ea-4773-b604-7244bf3e6a7b" xmlns:ns3="d905f990-1265-453a-8377-6052b5295bf7" targetNamespace="http://schemas.microsoft.com/office/2006/metadata/properties" ma:root="true" ma:fieldsID="d83f8a048dd320245a0f904807145956" ns1:_="" ns2:_="" ns3:_="">
    <xsd:import namespace="http://schemas.microsoft.com/sharepoint/v3"/>
    <xsd:import namespace="2c08f754-a9ea-4773-b604-7244bf3e6a7b"/>
    <xsd:import namespace="d905f990-1265-453a-8377-6052b5295b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2:DefaultOrder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Location" minOccurs="0"/>
                <xsd:element ref="ns2:Addtowebsite" minOccurs="0"/>
                <xsd:element ref="ns2:MediaServiceObjectDetectorVersions" minOccurs="0"/>
                <xsd:element ref="ns2:MediaServiceBillingMetadata" minOccurs="0"/>
                <xsd:element ref="ns2:Test" minOccurs="0"/>
                <xsd:element ref="ns2:Topic" minOccurs="0"/>
                <xsd:element ref="ns2:SubTopic" minOccurs="0"/>
                <xsd:element ref="ns1:_ip_UnifiedCompliancePolicyProperties" minOccurs="0"/>
                <xsd:element ref="ns1:_ip_UnifiedCompliancePolicyUIAction" minOccurs="0"/>
                <xsd:element ref="ns2:Hyper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3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3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08f754-a9ea-4773-b604-7244bf3e6a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3482690-7c15-4db0-a421-5a175f9ff9e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DefaultOrder" ma:index="20" nillable="true" ma:displayName="DefaultOrder" ma:default="0" ma:description="Integer to order folders" ma:format="Dropdown" ma:internalName="DefaultOrder" ma:percentage="FALSE">
      <xsd:simpleType>
        <xsd:restriction base="dms:Number">
          <xsd:minInclusive value="0"/>
        </xsd:restriction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4" nillable="true" ma:displayName="Location" ma:description="" ma:indexed="true" ma:internalName="MediaServiceLocation" ma:readOnly="true">
      <xsd:simpleType>
        <xsd:restriction base="dms:Text"/>
      </xsd:simpleType>
    </xsd:element>
    <xsd:element name="Addtowebsite" ma:index="25" nillable="true" ma:displayName="Add to website " ma:format="Dropdown" ma:internalName="Addtowebsite">
      <xsd:simpleType>
        <xsd:restriction base="dms:Choice">
          <xsd:enumeration value="Yes"/>
          <xsd:enumeration value="No"/>
          <xsd:enumeration value="Choice 3"/>
        </xsd:restriction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  <xsd:element name="Test" ma:index="28" nillable="true" ma:displayName="Test" ma:format="Dropdown" ma:list="UserInfo" ma:SharePointGroup="0" ma:internalName="Test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Topic" ma:index="29" nillable="true" ma:displayName="Topic" ma:format="Dropdown" ma:list="229e7ed0-77e4-418a-876e-dff4abf19a80" ma:internalName="Topic" ma:readOnly="false" ma:showField="Titl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ubTopic" ma:index="30" nillable="true" ma:displayName="Sub Topic " ma:format="Dropdown" ma:list="4bf8ae56-1bb5-410a-9041-f4d21fb0436c" ma:internalName="SubTopic" ma:showField="Title">
      <xsd:simpleType>
        <xsd:restriction base="dms:Lookup"/>
      </xsd:simpleType>
    </xsd:element>
    <xsd:element name="Hyperlink" ma:index="33" nillable="true" ma:displayName="Hyperlink" ma:format="Hyperlink" ma:internalName="Hyper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05f990-1265-453a-8377-6052b5295bf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6a696fa-5d9f-492f-b5c6-7d28dca96e11}" ma:internalName="TaxCatchAll" ma:showField="CatchAllData" ma:web="d905f990-1265-453a-8377-6052b5295b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opic xmlns="2c08f754-a9ea-4773-b604-7244bf3e6a7b" xsi:nil="true"/>
    <Hyperlink xmlns="2c08f754-a9ea-4773-b604-7244bf3e6a7b">
      <Url xsi:nil="true"/>
      <Description xsi:nil="true"/>
    </Hyperlink>
    <SubTopic xmlns="2c08f754-a9ea-4773-b604-7244bf3e6a7b" xsi:nil="true"/>
    <Test xmlns="2c08f754-a9ea-4773-b604-7244bf3e6a7b">
      <UserInfo>
        <DisplayName/>
        <AccountId xsi:nil="true"/>
        <AccountType/>
      </UserInfo>
    </Test>
    <_ip_UnifiedCompliancePolicyUIAction xmlns="http://schemas.microsoft.com/sharepoint/v3" xsi:nil="true"/>
    <DefaultOrder xmlns="2c08f754-a9ea-4773-b604-7244bf3e6a7b">0</DefaultOrder>
    <_ip_UnifiedCompliancePolicyProperties xmlns="http://schemas.microsoft.com/sharepoint/v3" xsi:nil="true"/>
    <Addtowebsite xmlns="2c08f754-a9ea-4773-b604-7244bf3e6a7b" xsi:nil="true"/>
    <lcf76f155ced4ddcb4097134ff3c332f xmlns="2c08f754-a9ea-4773-b604-7244bf3e6a7b">
      <Terms xmlns="http://schemas.microsoft.com/office/infopath/2007/PartnerControls"/>
    </lcf76f155ced4ddcb4097134ff3c332f>
    <TaxCatchAll xmlns="d905f990-1265-453a-8377-6052b5295bf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458E5D6-5AA7-44ED-AFAF-DFB2ABF2F37E}">
  <ds:schemaRefs>
    <ds:schemaRef ds:uri="2c08f754-a9ea-4773-b604-7244bf3e6a7b"/>
    <ds:schemaRef ds:uri="d905f990-1265-453a-8377-6052b5295bf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84B0FEC-CC98-462D-9CE7-74B233B3BDC7}">
  <ds:schemaRefs>
    <ds:schemaRef ds:uri="2c08f754-a9ea-4773-b604-7244bf3e6a7b"/>
    <ds:schemaRef ds:uri="d905f990-1265-453a-8377-6052b5295bf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99DC986-9963-4A0B-A521-1A70BA02C98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3feb82c3-3193-44ae-964e-38700fead322}" enabled="1" method="Privileged" siteId="{48852407-12ea-48e5-9625-3a29b0f5c45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39</Slides>
  <Notes>17</Notes>
  <HiddenSlides>2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Neueda 2026</vt:lpstr>
      <vt:lpstr>Neueda Slide Master for training decks</vt:lpstr>
      <vt:lpstr>Checklist for decks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we covered </vt:lpstr>
      <vt:lpstr>Thank you</vt:lpstr>
      <vt:lpstr>Meet your instructor </vt:lpstr>
      <vt:lpstr>Session timings </vt:lpstr>
      <vt:lpstr>Housekeeping</vt:lpstr>
      <vt:lpstr>White content slide</vt:lpstr>
      <vt:lpstr>White content slide full image</vt:lpstr>
      <vt:lpstr>Navy content slide</vt:lpstr>
      <vt:lpstr>Navy content slide full image</vt:lpstr>
      <vt:lpstr>50/50 content slide</vt:lpstr>
      <vt:lpstr>50/50 content slide</vt:lpstr>
      <vt:lpstr>PowerPoint Presentation</vt:lpstr>
      <vt:lpstr>PowerPoint Presentation</vt:lpstr>
      <vt:lpstr>Activity:</vt:lpstr>
      <vt:lpstr>Demo:</vt:lpstr>
      <vt:lpstr>PowerPoint Presentation</vt:lpstr>
      <vt:lpstr>PowerPoint Presentation</vt:lpstr>
      <vt:lpstr>PowerPoint Presentation</vt:lpstr>
      <vt:lpstr>PowerPoint Presentation</vt:lpstr>
      <vt:lpstr>Slide Template Guide - 1</vt:lpstr>
      <vt:lpstr>Slide Template Guide - 2</vt:lpstr>
      <vt:lpstr>Accessibility checklist </vt:lpstr>
      <vt:lpstr>Typography</vt:lpstr>
      <vt:lpstr>Neueda colour palette</vt:lpstr>
      <vt:lpstr>Color accessibility (hidden – could alter but won’t show in PDF)</vt:lpstr>
      <vt:lpstr>Color accessibility</vt:lpstr>
      <vt:lpstr>Icon library</vt:lpstr>
      <vt:lpstr>Graphs and charts examples (hidden – could alter but won’t show in PDF)</vt:lpstr>
      <vt:lpstr>Graphs and charts examples</vt:lpstr>
      <vt:lpstr>Table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Trading Platform Kick-Off: Requirements and Architecture Day</dc:title>
  <dc:creator>Hannah Lydon</dc:creator>
  <cp:revision>4</cp:revision>
  <dcterms:created xsi:type="dcterms:W3CDTF">2025-11-19T12:02:24Z</dcterms:created>
  <dcterms:modified xsi:type="dcterms:W3CDTF">2026-06-10T12:25:52Z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0x010100015C56CCA5A1C94AB07F13D7F09C17CA</vt:lpwstr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_activity">
    <vt:lpwstr>{"FileActivityType":"9","FileActivityTimeStamp":"2025-11-19T16:08:40.220Z","FileActivityUsersOnPage":[{"DisplayName":"Hannah Lydon","Id":"hannah.lydon@neueda.com"},{"DisplayName":"Nikki Ashley","Id":"nikki.ashley@neueda.com"}],"FileActivityNavigationId":null}</vt:lpwstr>
  </property>
  <property fmtid="{D5CDD505-2E9C-101B-9397-08002B2CF9AE}" pid="7" name="TriggerFlowInfo">
    <vt:lpwstr/>
  </property>
</Properties>
</file>