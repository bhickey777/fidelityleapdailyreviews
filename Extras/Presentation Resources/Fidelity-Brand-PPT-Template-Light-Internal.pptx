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4"/>
  </p:sldMasterIdLst>
  <p:notesMasterIdLst>
    <p:notesMasterId r:id="rId52"/>
  </p:notesMasterIdLst>
  <p:handoutMasterIdLst>
    <p:handoutMasterId r:id="rId53"/>
  </p:handoutMasterIdLst>
  <p:sldIdLst>
    <p:sldId id="2147478989" r:id="rId5"/>
    <p:sldId id="2147478990" r:id="rId6"/>
    <p:sldId id="2147478896" r:id="rId7"/>
    <p:sldId id="2147478964" r:id="rId8"/>
    <p:sldId id="332" r:id="rId9"/>
    <p:sldId id="337" r:id="rId10"/>
    <p:sldId id="2147478940" r:id="rId11"/>
    <p:sldId id="2147478941" r:id="rId12"/>
    <p:sldId id="322" r:id="rId13"/>
    <p:sldId id="2147478965" r:id="rId14"/>
    <p:sldId id="2147478966" r:id="rId15"/>
    <p:sldId id="2147478967" r:id="rId16"/>
    <p:sldId id="2147478968" r:id="rId17"/>
    <p:sldId id="2147478969" r:id="rId18"/>
    <p:sldId id="346" r:id="rId19"/>
    <p:sldId id="2147478970" r:id="rId20"/>
    <p:sldId id="2147478971" r:id="rId21"/>
    <p:sldId id="339" r:id="rId22"/>
    <p:sldId id="2147478972" r:id="rId23"/>
    <p:sldId id="2147478973" r:id="rId24"/>
    <p:sldId id="2147478974" r:id="rId25"/>
    <p:sldId id="2145707245" r:id="rId26"/>
    <p:sldId id="2147478975" r:id="rId27"/>
    <p:sldId id="2147478976" r:id="rId28"/>
    <p:sldId id="2147478977" r:id="rId29"/>
    <p:sldId id="2147478882" r:id="rId30"/>
    <p:sldId id="2147478883" r:id="rId31"/>
    <p:sldId id="2147478884" r:id="rId32"/>
    <p:sldId id="2147478885" r:id="rId33"/>
    <p:sldId id="2147478886" r:id="rId34"/>
    <p:sldId id="2147478887" r:id="rId35"/>
    <p:sldId id="2147478978" r:id="rId36"/>
    <p:sldId id="2147478893" r:id="rId37"/>
    <p:sldId id="2147478894" r:id="rId38"/>
    <p:sldId id="2147478979" r:id="rId39"/>
    <p:sldId id="2147478980" r:id="rId40"/>
    <p:sldId id="2147478981" r:id="rId41"/>
    <p:sldId id="2147478895" r:id="rId42"/>
    <p:sldId id="2147478888" r:id="rId43"/>
    <p:sldId id="2147478889" r:id="rId44"/>
    <p:sldId id="2147478983" r:id="rId45"/>
    <p:sldId id="2147478982" r:id="rId46"/>
    <p:sldId id="2147478984" r:id="rId47"/>
    <p:sldId id="2147478985" r:id="rId48"/>
    <p:sldId id="2147478986" r:id="rId49"/>
    <p:sldId id="2147478987" r:id="rId50"/>
    <p:sldId id="214747898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EDDF99E3-7978-46E3-B4C2-77851BC9942F}">
          <p14:sldIdLst>
            <p14:sldId id="2147478989"/>
            <p14:sldId id="2147478990"/>
            <p14:sldId id="2147478896"/>
            <p14:sldId id="2147478964"/>
            <p14:sldId id="332"/>
            <p14:sldId id="337"/>
            <p14:sldId id="2147478940"/>
            <p14:sldId id="2147478941"/>
          </p14:sldIdLst>
        </p14:section>
        <p14:section name="Content" id="{01B51B93-428E-4934-962F-D2C92CA59840}">
          <p14:sldIdLst>
            <p14:sldId id="322"/>
            <p14:sldId id="2147478965"/>
            <p14:sldId id="2147478966"/>
            <p14:sldId id="2147478967"/>
            <p14:sldId id="2147478968"/>
            <p14:sldId id="2147478969"/>
            <p14:sldId id="346"/>
            <p14:sldId id="2147478970"/>
            <p14:sldId id="2147478971"/>
            <p14:sldId id="339"/>
            <p14:sldId id="2147478972"/>
            <p14:sldId id="2147478973"/>
            <p14:sldId id="2147478974"/>
            <p14:sldId id="2145707245"/>
            <p14:sldId id="2147478975"/>
            <p14:sldId id="2147478976"/>
            <p14:sldId id="2147478977"/>
            <p14:sldId id="2147478882"/>
            <p14:sldId id="2147478883"/>
            <p14:sldId id="2147478884"/>
            <p14:sldId id="2147478885"/>
            <p14:sldId id="2147478886"/>
            <p14:sldId id="2147478887"/>
            <p14:sldId id="2147478978"/>
            <p14:sldId id="2147478893"/>
            <p14:sldId id="2147478894"/>
            <p14:sldId id="2147478979"/>
            <p14:sldId id="2147478980"/>
            <p14:sldId id="2147478981"/>
            <p14:sldId id="2147478895"/>
            <p14:sldId id="2147478888"/>
            <p14:sldId id="2147478889"/>
            <p14:sldId id="2147478983"/>
            <p14:sldId id="2147478982"/>
            <p14:sldId id="2147478984"/>
            <p14:sldId id="2147478985"/>
            <p14:sldId id="2147478986"/>
            <p14:sldId id="2147478987"/>
            <p14:sldId id="21474789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A1AD5C4-6CB0-40CA-AACF-0AE8A2D7F10C}" name="Lewis, Hannah" initials="LH" userId="S::a605634@fmr.com::ac156b39-da9e-464c-865f-1eeaddf27c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4E4"/>
    <a:srgbClr val="F9F7F5"/>
    <a:srgbClr val="3880F3"/>
    <a:srgbClr val="04547C"/>
    <a:srgbClr val="6BD539"/>
    <a:srgbClr val="378727"/>
    <a:srgbClr val="033F13"/>
    <a:srgbClr val="044014"/>
    <a:srgbClr val="403F3E"/>
    <a:srgbClr val="3A9B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980C29-DAFD-5333-4AD9-5956D35C5685}" v="1" dt="2025-09-30T19:20:00.2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86" autoAdjust="0"/>
    <p:restoredTop sz="94704" autoAdjust="0"/>
  </p:normalViewPr>
  <p:slideViewPr>
    <p:cSldViewPr snapToGrid="0">
      <p:cViewPr varScale="1">
        <p:scale>
          <a:sx n="70" d="100"/>
          <a:sy n="70" d="100"/>
        </p:scale>
        <p:origin x="532" y="5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3678" y="138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D04-4900-8E7C-865430AA9500}"/>
            </c:ext>
          </c:extLst>
        </c:ser>
        <c:ser>
          <c:idx val="1"/>
          <c:order val="1"/>
          <c:tx>
            <c:strRef>
              <c:f>Sheet1!$C$1</c:f>
              <c:strCache>
                <c:ptCount val="1"/>
                <c:pt idx="0">
                  <c:v>Series 2</c:v>
                </c:pt>
              </c:strCache>
            </c:strRef>
          </c:tx>
          <c:spPr>
            <a:solidFill>
              <a:schemeClr val="bg2"/>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D04-4900-8E7C-865430AA9500}"/>
            </c:ext>
          </c:extLst>
        </c:ser>
        <c:ser>
          <c:idx val="2"/>
          <c:order val="2"/>
          <c:tx>
            <c:strRef>
              <c:f>Sheet1!$D$1</c:f>
              <c:strCache>
                <c:ptCount val="1"/>
                <c:pt idx="0">
                  <c:v>Series 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D04-4900-8E7C-865430AA9500}"/>
            </c:ext>
          </c:extLst>
        </c:ser>
        <c:dLbls>
          <c:dLblPos val="inEnd"/>
          <c:showLegendKey val="0"/>
          <c:showVal val="1"/>
          <c:showCatName val="0"/>
          <c:showSerName val="0"/>
          <c:showPercent val="0"/>
          <c:showBubbleSize val="0"/>
        </c:dLbls>
        <c:gapWidth val="219"/>
        <c:overlap val="-27"/>
        <c:axId val="1227483792"/>
        <c:axId val="1227487400"/>
      </c:barChart>
      <c:catAx>
        <c:axId val="1227483792"/>
        <c:scaling>
          <c:orientation val="minMax"/>
        </c:scaling>
        <c:delete val="0"/>
        <c:axPos val="b"/>
        <c:numFmt formatCode="General" sourceLinked="1"/>
        <c:majorTickMark val="none"/>
        <c:minorTickMark val="none"/>
        <c:tickLblPos val="nextTo"/>
        <c:spPr>
          <a:noFill/>
          <a:ln w="6350" cap="flat" cmpd="sng" algn="ctr">
            <a:solidFill>
              <a:srgbClr val="686868"/>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227487400"/>
        <c:crosses val="autoZero"/>
        <c:auto val="1"/>
        <c:lblAlgn val="ctr"/>
        <c:lblOffset val="100"/>
        <c:noMultiLvlLbl val="0"/>
      </c:catAx>
      <c:valAx>
        <c:axId val="1227487400"/>
        <c:scaling>
          <c:orientation val="minMax"/>
        </c:scaling>
        <c:delete val="1"/>
        <c:axPos val="l"/>
        <c:numFmt formatCode="General" sourceLinked="1"/>
        <c:majorTickMark val="none"/>
        <c:minorTickMark val="none"/>
        <c:tickLblPos val="nextTo"/>
        <c:crossAx val="1227483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E80E28-D4FD-E597-B067-FCFDE48AF5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Fidelity Sans 2" panose="020B0504050501040104" pitchFamily="34" charset="0"/>
            </a:endParaRPr>
          </a:p>
        </p:txBody>
      </p:sp>
      <p:sp>
        <p:nvSpPr>
          <p:cNvPr id="3" name="Date Placeholder 2">
            <a:extLst>
              <a:ext uri="{FF2B5EF4-FFF2-40B4-BE49-F238E27FC236}">
                <a16:creationId xmlns:a16="http://schemas.microsoft.com/office/drawing/2014/main" id="{5DFDFDA2-8974-C82E-AEEF-D7A4FABCF7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AE5713-17A5-4F94-9AD8-BA62730CDBA5}" type="datetimeFigureOut">
              <a:rPr lang="en-US" smtClean="0">
                <a:latin typeface="Fidelity Sans 2" panose="020B0504050501040104" pitchFamily="34" charset="0"/>
              </a:rPr>
              <a:t>10/14/2026</a:t>
            </a:fld>
            <a:endParaRPr lang="en-US" dirty="0">
              <a:latin typeface="Fidelity Sans 2" panose="020B0504050501040104" pitchFamily="34" charset="0"/>
            </a:endParaRPr>
          </a:p>
        </p:txBody>
      </p:sp>
      <p:sp>
        <p:nvSpPr>
          <p:cNvPr id="4" name="Footer Placeholder 3">
            <a:extLst>
              <a:ext uri="{FF2B5EF4-FFF2-40B4-BE49-F238E27FC236}">
                <a16:creationId xmlns:a16="http://schemas.microsoft.com/office/drawing/2014/main" id="{80F446D3-6159-5EEF-B9D0-F255D56440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Fidelity Sans 2" panose="020B0504050501040104" pitchFamily="34" charset="0"/>
            </a:endParaRPr>
          </a:p>
        </p:txBody>
      </p:sp>
      <p:sp>
        <p:nvSpPr>
          <p:cNvPr id="5" name="Slide Number Placeholder 4">
            <a:extLst>
              <a:ext uri="{FF2B5EF4-FFF2-40B4-BE49-F238E27FC236}">
                <a16:creationId xmlns:a16="http://schemas.microsoft.com/office/drawing/2014/main" id="{85E645D4-EE93-F36C-0A05-4CE05E7C63F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0318B8A-5ACD-42EC-AA7B-E98ED0F721F1}" type="slidenum">
              <a:rPr lang="en-US" smtClean="0">
                <a:latin typeface="Fidelity Sans 2" panose="020B0504050501040104" pitchFamily="34" charset="0"/>
              </a:rPr>
              <a:t>‹#›</a:t>
            </a:fld>
            <a:endParaRPr lang="en-US" dirty="0">
              <a:latin typeface="Fidelity Sans 2" panose="020B0504050501040104" pitchFamily="34" charset="0"/>
            </a:endParaRPr>
          </a:p>
        </p:txBody>
      </p:sp>
    </p:spTree>
    <p:extLst>
      <p:ext uri="{BB962C8B-B14F-4D97-AF65-F5344CB8AC3E}">
        <p14:creationId xmlns:p14="http://schemas.microsoft.com/office/powerpoint/2010/main" val="2538470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Fidelity Sans 2" panose="020B05040505010401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Fidelity Sans 2" panose="020B0504050501040104" pitchFamily="34" charset="0"/>
              </a:defRPr>
            </a:lvl1pPr>
          </a:lstStyle>
          <a:p>
            <a:fld id="{B0E1222D-F3CA-4E2D-9105-BCFB39E0584E}" type="datetimeFigureOut">
              <a:rPr lang="en-US" smtClean="0"/>
              <a:pPr/>
              <a:t>10/14/2026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Fidelity Sans 2" panose="020B05040505010401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Fidelity Sans 2" panose="020B0504050501040104" pitchFamily="34" charset="0"/>
              </a:defRPr>
            </a:lvl1pPr>
          </a:lstStyle>
          <a:p>
            <a:fld id="{5220E21D-836A-479D-AD3E-D4986C092C25}" type="slidenum">
              <a:rPr lang="en-US" smtClean="0"/>
              <a:pPr/>
              <a:t>‹#›</a:t>
            </a:fld>
            <a:endParaRPr lang="en-US" dirty="0"/>
          </a:p>
        </p:txBody>
      </p:sp>
    </p:spTree>
    <p:extLst>
      <p:ext uri="{BB962C8B-B14F-4D97-AF65-F5344CB8AC3E}">
        <p14:creationId xmlns:p14="http://schemas.microsoft.com/office/powerpoint/2010/main" val="2624363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Fidelity Sans 2" panose="020B0504050501040104" pitchFamily="34" charset="0"/>
        <a:ea typeface="+mn-ea"/>
        <a:cs typeface="+mn-cs"/>
      </a:defRPr>
    </a:lvl1pPr>
    <a:lvl2pPr marL="457200" algn="l" defTabSz="914400" rtl="0" eaLnBrk="1" latinLnBrk="0" hangingPunct="1">
      <a:defRPr sz="1200" kern="1200">
        <a:solidFill>
          <a:schemeClr val="tx1"/>
        </a:solidFill>
        <a:latin typeface="Fidelity Sans 2" panose="020B0504050501040104" pitchFamily="34" charset="0"/>
        <a:ea typeface="+mn-ea"/>
        <a:cs typeface="+mn-cs"/>
      </a:defRPr>
    </a:lvl2pPr>
    <a:lvl3pPr marL="914400" algn="l" defTabSz="914400" rtl="0" eaLnBrk="1" latinLnBrk="0" hangingPunct="1">
      <a:defRPr sz="1200" kern="1200">
        <a:solidFill>
          <a:schemeClr val="tx1"/>
        </a:solidFill>
        <a:latin typeface="Fidelity Sans 2" panose="020B0504050501040104" pitchFamily="34" charset="0"/>
        <a:ea typeface="+mn-ea"/>
        <a:cs typeface="+mn-cs"/>
      </a:defRPr>
    </a:lvl3pPr>
    <a:lvl4pPr marL="1371600" algn="l" defTabSz="914400" rtl="0" eaLnBrk="1" latinLnBrk="0" hangingPunct="1">
      <a:defRPr sz="1200" kern="1200">
        <a:solidFill>
          <a:schemeClr val="tx1"/>
        </a:solidFill>
        <a:latin typeface="Fidelity Sans 2" panose="020B0504050501040104" pitchFamily="34" charset="0"/>
        <a:ea typeface="+mn-ea"/>
        <a:cs typeface="+mn-cs"/>
      </a:defRPr>
    </a:lvl4pPr>
    <a:lvl5pPr marL="1828800" algn="l" defTabSz="914400" rtl="0" eaLnBrk="1" latinLnBrk="0" hangingPunct="1">
      <a:defRPr sz="1200" kern="1200">
        <a:solidFill>
          <a:schemeClr val="tx1"/>
        </a:solidFill>
        <a:latin typeface="Fidelity Sans 2" panose="020B05040505010401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E6AF395-4FA3-4696-8033-37E25D9D4AC1}" type="slidenum">
              <a:rPr lang="en-US" smtClean="0"/>
              <a:t>21</a:t>
            </a:fld>
            <a:endParaRPr lang="en-US"/>
          </a:p>
        </p:txBody>
      </p:sp>
    </p:spTree>
    <p:extLst>
      <p:ext uri="{BB962C8B-B14F-4D97-AF65-F5344CB8AC3E}">
        <p14:creationId xmlns:p14="http://schemas.microsoft.com/office/powerpoint/2010/main" val="3905571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E6AF395-4FA3-4696-8033-37E25D9D4AC1}" type="slidenum">
              <a:rPr lang="en-US" smtClean="0"/>
              <a:t>22</a:t>
            </a:fld>
            <a:endParaRPr lang="en-US"/>
          </a:p>
        </p:txBody>
      </p:sp>
    </p:spTree>
    <p:extLst>
      <p:ext uri="{BB962C8B-B14F-4D97-AF65-F5344CB8AC3E}">
        <p14:creationId xmlns:p14="http://schemas.microsoft.com/office/powerpoint/2010/main" val="6342784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132E6-6322-C676-57A7-C53967628DAD}"/>
              </a:ext>
              <a:ext uri="{C183D7F6-B498-43B3-948B-1728B52AA6E4}">
                <adec:decorative xmlns:adec="http://schemas.microsoft.com/office/drawing/2017/decorative" val="1"/>
              </a:ext>
            </a:extLst>
          </p:cNvPr>
          <p:cNvSpPr/>
          <p:nvPr userDrawn="1"/>
        </p:nvSpPr>
        <p:spPr>
          <a:xfrm>
            <a:off x="8909914" y="5696898"/>
            <a:ext cx="3282086" cy="116110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5F2BB47-3FE3-D6F1-D8A6-33D8780B775C}"/>
              </a:ext>
              <a:ext uri="{C183D7F6-B498-43B3-948B-1728B52AA6E4}">
                <adec:decorative xmlns:adec="http://schemas.microsoft.com/office/drawing/2017/decorative" val="1"/>
              </a:ext>
            </a:extLst>
          </p:cNvPr>
          <p:cNvSpPr/>
          <p:nvPr userDrawn="1"/>
        </p:nvSpPr>
        <p:spPr>
          <a:xfrm flipV="1">
            <a:off x="0" y="-12242"/>
            <a:ext cx="12192000" cy="48993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914294" y="1053205"/>
            <a:ext cx="8649841" cy="2782958"/>
          </a:xfrm>
        </p:spPr>
        <p:txBody>
          <a:bodyPr anchor="b"/>
          <a:lstStyle>
            <a:lvl1pPr algn="l" defTabSz="914400" rtl="0" eaLnBrk="1" latinLnBrk="0" hangingPunct="1">
              <a:lnSpc>
                <a:spcPct val="100000"/>
              </a:lnSpc>
              <a:spcBef>
                <a:spcPct val="0"/>
              </a:spcBef>
              <a:buNone/>
              <a:defRPr lang="en-US" sz="6600" b="0" i="0" kern="1200" baseline="0" dirty="0">
                <a:solidFill>
                  <a:schemeClr val="bg2"/>
                </a:solidFill>
                <a:latin typeface="+mj-lt"/>
                <a:ea typeface="+mj-ea"/>
                <a:cs typeface="+mj-cs"/>
              </a:defRPr>
            </a:lvl1pPr>
          </a:lstStyle>
          <a:p>
            <a:r>
              <a:rPr lang="en-US" dirty="0"/>
              <a:t>Click to edit master title style</a:t>
            </a:r>
          </a:p>
        </p:txBody>
      </p:sp>
      <p:sp>
        <p:nvSpPr>
          <p:cNvPr id="6" name="Text Placeholder 14">
            <a:extLst>
              <a:ext uri="{FF2B5EF4-FFF2-40B4-BE49-F238E27FC236}">
                <a16:creationId xmlns:a16="http://schemas.microsoft.com/office/drawing/2014/main" id="{86D41018-C18F-1229-589B-8A00DB40659A}"/>
              </a:ext>
            </a:extLst>
          </p:cNvPr>
          <p:cNvSpPr>
            <a:spLocks noGrp="1"/>
          </p:cNvSpPr>
          <p:nvPr>
            <p:ph type="body" sz="quarter" idx="10"/>
          </p:nvPr>
        </p:nvSpPr>
        <p:spPr>
          <a:xfrm>
            <a:off x="914294" y="4090048"/>
            <a:ext cx="8649840" cy="560153"/>
          </a:xfrm>
        </p:spPr>
        <p:txBody>
          <a:bodyPr/>
          <a:lstStyle>
            <a:lvl1pPr marL="0" indent="0">
              <a:buNone/>
              <a:defRPr lang="en-US" sz="1800" kern="1200" dirty="0">
                <a:solidFill>
                  <a:schemeClr val="tx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
        <p:nvSpPr>
          <p:cNvPr id="5" name="Text Placeholder 14">
            <a:extLst>
              <a:ext uri="{FF2B5EF4-FFF2-40B4-BE49-F238E27FC236}">
                <a16:creationId xmlns:a16="http://schemas.microsoft.com/office/drawing/2014/main" id="{05D308D0-74DA-D827-A03E-7CFBB0F9A0FE}"/>
              </a:ext>
            </a:extLst>
          </p:cNvPr>
          <p:cNvSpPr>
            <a:spLocks noGrp="1"/>
          </p:cNvSpPr>
          <p:nvPr>
            <p:ph type="body" sz="quarter" idx="11"/>
          </p:nvPr>
        </p:nvSpPr>
        <p:spPr>
          <a:xfrm>
            <a:off x="914294" y="5248091"/>
            <a:ext cx="5181706" cy="448806"/>
          </a:xfrm>
        </p:spPr>
        <p:txBody>
          <a:bodyPr/>
          <a:lstStyle>
            <a:lvl1pPr marL="0" indent="0">
              <a:buNone/>
              <a:defRPr lang="en-US" sz="18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pic>
        <p:nvPicPr>
          <p:cNvPr id="4" name="Fidelity logo" descr="Fidelity Investments logo">
            <a:extLst>
              <a:ext uri="{FF2B5EF4-FFF2-40B4-BE49-F238E27FC236}">
                <a16:creationId xmlns:a16="http://schemas.microsoft.com/office/drawing/2014/main" id="{0CF6DBDA-398C-09D2-F36A-7F5A55F535B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36232" y="6030625"/>
            <a:ext cx="2094425" cy="448806"/>
          </a:xfrm>
          <a:prstGeom prst="rect">
            <a:avLst/>
          </a:prstGeom>
        </p:spPr>
      </p:pic>
    </p:spTree>
    <p:extLst>
      <p:ext uri="{BB962C8B-B14F-4D97-AF65-F5344CB8AC3E}">
        <p14:creationId xmlns:p14="http://schemas.microsoft.com/office/powerpoint/2010/main" val="1201254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ver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85AD52-DCBE-E05A-F027-F2DB51B5F9AF}"/>
              </a:ext>
              <a:ext uri="{C183D7F6-B498-43B3-948B-1728B52AA6E4}">
                <adec:decorative xmlns:adec="http://schemas.microsoft.com/office/drawing/2017/decorative" val="1"/>
              </a:ext>
            </a:extLst>
          </p:cNvPr>
          <p:cNvSpPr/>
          <p:nvPr userDrawn="1"/>
        </p:nvSpPr>
        <p:spPr>
          <a:xfrm>
            <a:off x="8909914" y="5696898"/>
            <a:ext cx="3282086" cy="116110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5F2BB47-3FE3-D6F1-D8A6-33D8780B775C}"/>
              </a:ext>
              <a:ext uri="{C183D7F6-B498-43B3-948B-1728B52AA6E4}">
                <adec:decorative xmlns:adec="http://schemas.microsoft.com/office/drawing/2017/decorative" val="1"/>
              </a:ext>
            </a:extLst>
          </p:cNvPr>
          <p:cNvSpPr/>
          <p:nvPr userDrawn="1"/>
        </p:nvSpPr>
        <p:spPr>
          <a:xfrm flipV="1">
            <a:off x="0" y="-12242"/>
            <a:ext cx="12192000" cy="4899379"/>
          </a:xfrm>
          <a:prstGeom prst="rect">
            <a:avLst/>
          </a:prstGeom>
          <a:solidFill>
            <a:srgbClr val="0440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914294" y="1053205"/>
            <a:ext cx="8649841" cy="2782958"/>
          </a:xfrm>
        </p:spPr>
        <p:txBody>
          <a:bodyPr anchor="b"/>
          <a:lstStyle>
            <a:lvl1pPr algn="l" defTabSz="914400" rtl="0" eaLnBrk="1" latinLnBrk="0" hangingPunct="1">
              <a:lnSpc>
                <a:spcPct val="100000"/>
              </a:lnSpc>
              <a:spcBef>
                <a:spcPct val="0"/>
              </a:spcBef>
              <a:buNone/>
              <a:defRPr lang="en-US" sz="6600" b="0" i="0" kern="1200" baseline="0" dirty="0">
                <a:solidFill>
                  <a:schemeClr val="bg1"/>
                </a:solidFill>
                <a:latin typeface="+mj-lt"/>
                <a:ea typeface="+mj-ea"/>
                <a:cs typeface="+mj-cs"/>
              </a:defRPr>
            </a:lvl1pPr>
          </a:lstStyle>
          <a:p>
            <a:r>
              <a:rPr lang="en-US" dirty="0"/>
              <a:t>Click to edit master title style</a:t>
            </a:r>
          </a:p>
        </p:txBody>
      </p:sp>
      <p:sp>
        <p:nvSpPr>
          <p:cNvPr id="6" name="Text Placeholder 14">
            <a:extLst>
              <a:ext uri="{FF2B5EF4-FFF2-40B4-BE49-F238E27FC236}">
                <a16:creationId xmlns:a16="http://schemas.microsoft.com/office/drawing/2014/main" id="{86D41018-C18F-1229-589B-8A00DB40659A}"/>
              </a:ext>
            </a:extLst>
          </p:cNvPr>
          <p:cNvSpPr>
            <a:spLocks noGrp="1"/>
          </p:cNvSpPr>
          <p:nvPr>
            <p:ph type="body" sz="quarter" idx="10"/>
          </p:nvPr>
        </p:nvSpPr>
        <p:spPr>
          <a:xfrm>
            <a:off x="914294" y="4090048"/>
            <a:ext cx="8649840" cy="560153"/>
          </a:xfrm>
        </p:spPr>
        <p:txBody>
          <a:bodyPr/>
          <a:lstStyle>
            <a:lvl1pPr marL="0" indent="0">
              <a:buNone/>
              <a:defRPr lang="en-US" sz="18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
        <p:nvSpPr>
          <p:cNvPr id="5" name="Text Placeholder 14">
            <a:extLst>
              <a:ext uri="{FF2B5EF4-FFF2-40B4-BE49-F238E27FC236}">
                <a16:creationId xmlns:a16="http://schemas.microsoft.com/office/drawing/2014/main" id="{05D308D0-74DA-D827-A03E-7CFBB0F9A0FE}"/>
              </a:ext>
            </a:extLst>
          </p:cNvPr>
          <p:cNvSpPr>
            <a:spLocks noGrp="1"/>
          </p:cNvSpPr>
          <p:nvPr>
            <p:ph type="body" sz="quarter" idx="11"/>
          </p:nvPr>
        </p:nvSpPr>
        <p:spPr>
          <a:xfrm>
            <a:off x="914294" y="5248091"/>
            <a:ext cx="5181706" cy="448806"/>
          </a:xfrm>
        </p:spPr>
        <p:txBody>
          <a:bodyPr/>
          <a:lstStyle>
            <a:lvl1pPr marL="0" indent="0">
              <a:buNone/>
              <a:defRPr lang="en-US" sz="18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pic>
        <p:nvPicPr>
          <p:cNvPr id="4" name="Fidelity logo" descr="Fidelity Investments logo">
            <a:extLst>
              <a:ext uri="{FF2B5EF4-FFF2-40B4-BE49-F238E27FC236}">
                <a16:creationId xmlns:a16="http://schemas.microsoft.com/office/drawing/2014/main" id="{0CF6DBDA-398C-09D2-F36A-7F5A55F535B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36232" y="6030625"/>
            <a:ext cx="2094425" cy="448806"/>
          </a:xfrm>
          <a:prstGeom prst="rect">
            <a:avLst/>
          </a:prstGeom>
        </p:spPr>
      </p:pic>
    </p:spTree>
    <p:extLst>
      <p:ext uri="{BB962C8B-B14F-4D97-AF65-F5344CB8AC3E}">
        <p14:creationId xmlns:p14="http://schemas.microsoft.com/office/powerpoint/2010/main" val="3117012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ver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7A98C0-FA4F-2896-744C-DC10630570FA}"/>
              </a:ext>
              <a:ext uri="{C183D7F6-B498-43B3-948B-1728B52AA6E4}">
                <adec:decorative xmlns:adec="http://schemas.microsoft.com/office/drawing/2017/decorative" val="1"/>
              </a:ext>
            </a:extLst>
          </p:cNvPr>
          <p:cNvSpPr/>
          <p:nvPr userDrawn="1"/>
        </p:nvSpPr>
        <p:spPr>
          <a:xfrm>
            <a:off x="8909914" y="5696898"/>
            <a:ext cx="3282086" cy="116110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5F2BB47-3FE3-D6F1-D8A6-33D8780B775C}"/>
              </a:ext>
              <a:ext uri="{C183D7F6-B498-43B3-948B-1728B52AA6E4}">
                <adec:decorative xmlns:adec="http://schemas.microsoft.com/office/drawing/2017/decorative" val="1"/>
              </a:ext>
            </a:extLst>
          </p:cNvPr>
          <p:cNvSpPr/>
          <p:nvPr userDrawn="1"/>
        </p:nvSpPr>
        <p:spPr>
          <a:xfrm flipV="1">
            <a:off x="0" y="-12242"/>
            <a:ext cx="12192000" cy="3441242"/>
          </a:xfrm>
          <a:prstGeom prst="rect">
            <a:avLst/>
          </a:prstGeom>
          <a:solidFill>
            <a:srgbClr val="0440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545431" y="3429000"/>
            <a:ext cx="10529559" cy="1024718"/>
          </a:xfrm>
        </p:spPr>
        <p:txBody>
          <a:bodyPr anchor="b"/>
          <a:lstStyle>
            <a:lvl1pPr algn="l" defTabSz="914400" rtl="0" eaLnBrk="1" latinLnBrk="0" hangingPunct="1">
              <a:lnSpc>
                <a:spcPct val="100000"/>
              </a:lnSpc>
              <a:spcBef>
                <a:spcPct val="0"/>
              </a:spcBef>
              <a:buNone/>
              <a:defRPr lang="en-US" sz="4400" b="0" i="0" kern="1200" baseline="0" dirty="0">
                <a:solidFill>
                  <a:schemeClr val="bg1"/>
                </a:solidFill>
                <a:latin typeface="+mj-lt"/>
                <a:ea typeface="+mj-ea"/>
                <a:cs typeface="+mj-cs"/>
              </a:defRPr>
            </a:lvl1pPr>
          </a:lstStyle>
          <a:p>
            <a:r>
              <a:rPr lang="en-US" dirty="0"/>
              <a:t>Click to edit master title style</a:t>
            </a:r>
          </a:p>
        </p:txBody>
      </p:sp>
      <p:sp>
        <p:nvSpPr>
          <p:cNvPr id="6" name="Text Placeholder 14">
            <a:extLst>
              <a:ext uri="{FF2B5EF4-FFF2-40B4-BE49-F238E27FC236}">
                <a16:creationId xmlns:a16="http://schemas.microsoft.com/office/drawing/2014/main" id="{86D41018-C18F-1229-589B-8A00DB40659A}"/>
              </a:ext>
            </a:extLst>
          </p:cNvPr>
          <p:cNvSpPr>
            <a:spLocks noGrp="1"/>
          </p:cNvSpPr>
          <p:nvPr>
            <p:ph type="body" sz="quarter" idx="10"/>
          </p:nvPr>
        </p:nvSpPr>
        <p:spPr>
          <a:xfrm>
            <a:off x="545431" y="4464542"/>
            <a:ext cx="10516139" cy="764089"/>
          </a:xfrm>
        </p:spPr>
        <p:txBody>
          <a:bodyPr/>
          <a:lstStyle>
            <a:lvl1pPr marL="0" indent="0">
              <a:buNone/>
              <a:defRPr lang="en-US" sz="16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
        <p:nvSpPr>
          <p:cNvPr id="5" name="Text Placeholder 14">
            <a:extLst>
              <a:ext uri="{FF2B5EF4-FFF2-40B4-BE49-F238E27FC236}">
                <a16:creationId xmlns:a16="http://schemas.microsoft.com/office/drawing/2014/main" id="{05D308D0-74DA-D827-A03E-7CFBB0F9A0FE}"/>
              </a:ext>
            </a:extLst>
          </p:cNvPr>
          <p:cNvSpPr>
            <a:spLocks noGrp="1"/>
          </p:cNvSpPr>
          <p:nvPr>
            <p:ph type="body" sz="quarter" idx="11"/>
          </p:nvPr>
        </p:nvSpPr>
        <p:spPr>
          <a:xfrm>
            <a:off x="545431" y="5451276"/>
            <a:ext cx="5181706" cy="448806"/>
          </a:xfrm>
        </p:spPr>
        <p:txBody>
          <a:bodyPr/>
          <a:lstStyle>
            <a:lvl1pPr marL="0" indent="0">
              <a:buNone/>
              <a:defRPr lang="en-US" sz="16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pic>
        <p:nvPicPr>
          <p:cNvPr id="4" name="Fidelity logo" descr="Fidelity Investments logo">
            <a:extLst>
              <a:ext uri="{FF2B5EF4-FFF2-40B4-BE49-F238E27FC236}">
                <a16:creationId xmlns:a16="http://schemas.microsoft.com/office/drawing/2014/main" id="{0CF6DBDA-398C-09D2-F36A-7F5A55F535B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36232" y="6030625"/>
            <a:ext cx="2094425" cy="448806"/>
          </a:xfrm>
          <a:prstGeom prst="rect">
            <a:avLst/>
          </a:prstGeom>
        </p:spPr>
      </p:pic>
    </p:spTree>
    <p:extLst>
      <p:ext uri="{BB962C8B-B14F-4D97-AF65-F5344CB8AC3E}">
        <p14:creationId xmlns:p14="http://schemas.microsoft.com/office/powerpoint/2010/main" val="21052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ver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2D8E238-03FC-22B2-84CE-33F837754D3B}"/>
              </a:ext>
              <a:ext uri="{C183D7F6-B498-43B3-948B-1728B52AA6E4}">
                <adec:decorative xmlns:adec="http://schemas.microsoft.com/office/drawing/2017/decorative" val="1"/>
              </a:ext>
            </a:extLst>
          </p:cNvPr>
          <p:cNvSpPr/>
          <p:nvPr userDrawn="1"/>
        </p:nvSpPr>
        <p:spPr>
          <a:xfrm>
            <a:off x="8909914" y="5696898"/>
            <a:ext cx="3282086" cy="116110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5F2BB47-3FE3-D6F1-D8A6-33D8780B775C}"/>
              </a:ext>
              <a:ext uri="{C183D7F6-B498-43B3-948B-1728B52AA6E4}">
                <adec:decorative xmlns:adec="http://schemas.microsoft.com/office/drawing/2017/decorative" val="1"/>
              </a:ext>
            </a:extLst>
          </p:cNvPr>
          <p:cNvSpPr/>
          <p:nvPr userDrawn="1"/>
        </p:nvSpPr>
        <p:spPr>
          <a:xfrm flipV="1">
            <a:off x="0" y="-12242"/>
            <a:ext cx="12192000" cy="34412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545431" y="3429000"/>
            <a:ext cx="10529559" cy="1024718"/>
          </a:xfrm>
        </p:spPr>
        <p:txBody>
          <a:bodyPr anchor="b"/>
          <a:lstStyle>
            <a:lvl1pPr algn="l" defTabSz="914400" rtl="0" eaLnBrk="1" latinLnBrk="0" hangingPunct="1">
              <a:lnSpc>
                <a:spcPct val="100000"/>
              </a:lnSpc>
              <a:spcBef>
                <a:spcPct val="0"/>
              </a:spcBef>
              <a:buNone/>
              <a:defRPr lang="en-US" sz="4400" b="0" i="0" kern="1200" baseline="0" dirty="0">
                <a:solidFill>
                  <a:schemeClr val="bg1"/>
                </a:solidFill>
                <a:latin typeface="+mj-lt"/>
                <a:ea typeface="+mj-ea"/>
                <a:cs typeface="+mj-cs"/>
              </a:defRPr>
            </a:lvl1pPr>
          </a:lstStyle>
          <a:p>
            <a:r>
              <a:rPr lang="en-US" dirty="0"/>
              <a:t>Click to edit master title style</a:t>
            </a:r>
          </a:p>
        </p:txBody>
      </p:sp>
      <p:sp>
        <p:nvSpPr>
          <p:cNvPr id="6" name="Text Placeholder 14">
            <a:extLst>
              <a:ext uri="{FF2B5EF4-FFF2-40B4-BE49-F238E27FC236}">
                <a16:creationId xmlns:a16="http://schemas.microsoft.com/office/drawing/2014/main" id="{86D41018-C18F-1229-589B-8A00DB40659A}"/>
              </a:ext>
            </a:extLst>
          </p:cNvPr>
          <p:cNvSpPr>
            <a:spLocks noGrp="1"/>
          </p:cNvSpPr>
          <p:nvPr>
            <p:ph type="body" sz="quarter" idx="10"/>
          </p:nvPr>
        </p:nvSpPr>
        <p:spPr>
          <a:xfrm>
            <a:off x="545431" y="4464542"/>
            <a:ext cx="10516139" cy="764089"/>
          </a:xfrm>
        </p:spPr>
        <p:txBody>
          <a:bodyPr/>
          <a:lstStyle>
            <a:lvl1pPr marL="0" indent="0">
              <a:buNone/>
              <a:defRPr lang="en-US" sz="16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
        <p:nvSpPr>
          <p:cNvPr id="5" name="Text Placeholder 14">
            <a:extLst>
              <a:ext uri="{FF2B5EF4-FFF2-40B4-BE49-F238E27FC236}">
                <a16:creationId xmlns:a16="http://schemas.microsoft.com/office/drawing/2014/main" id="{05D308D0-74DA-D827-A03E-7CFBB0F9A0FE}"/>
              </a:ext>
            </a:extLst>
          </p:cNvPr>
          <p:cNvSpPr>
            <a:spLocks noGrp="1"/>
          </p:cNvSpPr>
          <p:nvPr>
            <p:ph type="body" sz="quarter" idx="11"/>
          </p:nvPr>
        </p:nvSpPr>
        <p:spPr>
          <a:xfrm>
            <a:off x="545431" y="5451276"/>
            <a:ext cx="5181706" cy="448806"/>
          </a:xfrm>
        </p:spPr>
        <p:txBody>
          <a:bodyPr/>
          <a:lstStyle>
            <a:lvl1pPr marL="0" indent="0">
              <a:buNone/>
              <a:defRPr lang="en-US" sz="16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pic>
        <p:nvPicPr>
          <p:cNvPr id="4" name="Fidelity logo" descr="Fidelity Investments logo">
            <a:extLst>
              <a:ext uri="{FF2B5EF4-FFF2-40B4-BE49-F238E27FC236}">
                <a16:creationId xmlns:a16="http://schemas.microsoft.com/office/drawing/2014/main" id="{0CF6DBDA-398C-09D2-F36A-7F5A55F535B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36232" y="6030625"/>
            <a:ext cx="2094425" cy="448806"/>
          </a:xfrm>
          <a:prstGeom prst="rect">
            <a:avLst/>
          </a:prstGeom>
        </p:spPr>
      </p:pic>
    </p:spTree>
    <p:extLst>
      <p:ext uri="{BB962C8B-B14F-4D97-AF65-F5344CB8AC3E}">
        <p14:creationId xmlns:p14="http://schemas.microsoft.com/office/powerpoint/2010/main" val="133242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ver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CBFECC-079B-583B-F719-F3A66F69A1BF}"/>
              </a:ext>
              <a:ext uri="{C183D7F6-B498-43B3-948B-1728B52AA6E4}">
                <adec:decorative xmlns:adec="http://schemas.microsoft.com/office/drawing/2017/decorative" val="1"/>
              </a:ext>
            </a:extLst>
          </p:cNvPr>
          <p:cNvSpPr/>
          <p:nvPr userDrawn="1"/>
        </p:nvSpPr>
        <p:spPr>
          <a:xfrm>
            <a:off x="8909914" y="5696898"/>
            <a:ext cx="3282086" cy="116110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5F2BB47-3FE3-D6F1-D8A6-33D8780B775C}"/>
              </a:ext>
              <a:ext uri="{C183D7F6-B498-43B3-948B-1728B52AA6E4}">
                <adec:decorative xmlns:adec="http://schemas.microsoft.com/office/drawing/2017/decorative" val="1"/>
              </a:ext>
            </a:extLst>
          </p:cNvPr>
          <p:cNvSpPr/>
          <p:nvPr userDrawn="1"/>
        </p:nvSpPr>
        <p:spPr>
          <a:xfrm flipV="1">
            <a:off x="0" y="-12242"/>
            <a:ext cx="12192000" cy="3441242"/>
          </a:xfrm>
          <a:prstGeom prst="rect">
            <a:avLst/>
          </a:prstGeom>
          <a:solidFill>
            <a:srgbClr val="0440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545431" y="1122146"/>
            <a:ext cx="10529559" cy="1024718"/>
          </a:xfrm>
        </p:spPr>
        <p:txBody>
          <a:bodyPr anchor="b"/>
          <a:lstStyle>
            <a:lvl1pPr algn="l" defTabSz="914400" rtl="0" eaLnBrk="1" latinLnBrk="0" hangingPunct="1">
              <a:lnSpc>
                <a:spcPct val="100000"/>
              </a:lnSpc>
              <a:spcBef>
                <a:spcPct val="0"/>
              </a:spcBef>
              <a:buNone/>
              <a:defRPr lang="en-US" sz="4400" b="0" i="0" kern="1200" baseline="0" dirty="0">
                <a:solidFill>
                  <a:schemeClr val="bg1"/>
                </a:solidFill>
                <a:latin typeface="+mj-lt"/>
                <a:ea typeface="+mj-ea"/>
                <a:cs typeface="+mj-cs"/>
              </a:defRPr>
            </a:lvl1pPr>
          </a:lstStyle>
          <a:p>
            <a:r>
              <a:rPr lang="en-US" dirty="0"/>
              <a:t>Click to edit master title style</a:t>
            </a:r>
          </a:p>
        </p:txBody>
      </p:sp>
      <p:sp>
        <p:nvSpPr>
          <p:cNvPr id="6" name="Text Placeholder 14">
            <a:extLst>
              <a:ext uri="{FF2B5EF4-FFF2-40B4-BE49-F238E27FC236}">
                <a16:creationId xmlns:a16="http://schemas.microsoft.com/office/drawing/2014/main" id="{86D41018-C18F-1229-589B-8A00DB40659A}"/>
              </a:ext>
            </a:extLst>
          </p:cNvPr>
          <p:cNvSpPr>
            <a:spLocks noGrp="1"/>
          </p:cNvSpPr>
          <p:nvPr>
            <p:ph type="body" sz="quarter" idx="10"/>
          </p:nvPr>
        </p:nvSpPr>
        <p:spPr>
          <a:xfrm>
            <a:off x="545431" y="4064969"/>
            <a:ext cx="10516139" cy="764089"/>
          </a:xfrm>
        </p:spPr>
        <p:txBody>
          <a:bodyPr/>
          <a:lstStyle>
            <a:lvl1pPr marL="0" indent="0">
              <a:buNone/>
              <a:defRPr lang="en-US" sz="16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
        <p:nvSpPr>
          <p:cNvPr id="5" name="Text Placeholder 14">
            <a:extLst>
              <a:ext uri="{FF2B5EF4-FFF2-40B4-BE49-F238E27FC236}">
                <a16:creationId xmlns:a16="http://schemas.microsoft.com/office/drawing/2014/main" id="{05D308D0-74DA-D827-A03E-7CFBB0F9A0FE}"/>
              </a:ext>
            </a:extLst>
          </p:cNvPr>
          <p:cNvSpPr>
            <a:spLocks noGrp="1"/>
          </p:cNvSpPr>
          <p:nvPr>
            <p:ph type="body" sz="quarter" idx="11"/>
          </p:nvPr>
        </p:nvSpPr>
        <p:spPr>
          <a:xfrm>
            <a:off x="545431" y="5052255"/>
            <a:ext cx="5181706" cy="448806"/>
          </a:xfrm>
        </p:spPr>
        <p:txBody>
          <a:bodyPr/>
          <a:lstStyle>
            <a:lvl1pPr marL="0" indent="0">
              <a:buNone/>
              <a:defRPr lang="en-US" sz="16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pic>
        <p:nvPicPr>
          <p:cNvPr id="4" name="Fidelity logo" descr="Fidelity Investments logo">
            <a:extLst>
              <a:ext uri="{FF2B5EF4-FFF2-40B4-BE49-F238E27FC236}">
                <a16:creationId xmlns:a16="http://schemas.microsoft.com/office/drawing/2014/main" id="{0CF6DBDA-398C-09D2-F36A-7F5A55F535B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36232" y="6030625"/>
            <a:ext cx="2094425" cy="448806"/>
          </a:xfrm>
          <a:prstGeom prst="rect">
            <a:avLst/>
          </a:prstGeom>
        </p:spPr>
      </p:pic>
    </p:spTree>
    <p:extLst>
      <p:ext uri="{BB962C8B-B14F-4D97-AF65-F5344CB8AC3E}">
        <p14:creationId xmlns:p14="http://schemas.microsoft.com/office/powerpoint/2010/main" val="250012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ver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1EBF5D-922E-1512-5210-A165AAF4BF92}"/>
              </a:ext>
              <a:ext uri="{C183D7F6-B498-43B3-948B-1728B52AA6E4}">
                <adec:decorative xmlns:adec="http://schemas.microsoft.com/office/drawing/2017/decorative" val="1"/>
              </a:ext>
            </a:extLst>
          </p:cNvPr>
          <p:cNvSpPr/>
          <p:nvPr userDrawn="1"/>
        </p:nvSpPr>
        <p:spPr>
          <a:xfrm>
            <a:off x="8909914" y="5696898"/>
            <a:ext cx="3282086" cy="116110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5F2BB47-3FE3-D6F1-D8A6-33D8780B775C}"/>
              </a:ext>
              <a:ext uri="{C183D7F6-B498-43B3-948B-1728B52AA6E4}">
                <adec:decorative xmlns:adec="http://schemas.microsoft.com/office/drawing/2017/decorative" val="1"/>
              </a:ext>
            </a:extLst>
          </p:cNvPr>
          <p:cNvSpPr/>
          <p:nvPr userDrawn="1"/>
        </p:nvSpPr>
        <p:spPr>
          <a:xfrm flipV="1">
            <a:off x="0" y="-12242"/>
            <a:ext cx="12192000" cy="34412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545431" y="1122146"/>
            <a:ext cx="10529559" cy="1024718"/>
          </a:xfrm>
        </p:spPr>
        <p:txBody>
          <a:bodyPr anchor="b"/>
          <a:lstStyle>
            <a:lvl1pPr algn="l" defTabSz="914400" rtl="0" eaLnBrk="1" latinLnBrk="0" hangingPunct="1">
              <a:lnSpc>
                <a:spcPct val="100000"/>
              </a:lnSpc>
              <a:spcBef>
                <a:spcPct val="0"/>
              </a:spcBef>
              <a:buNone/>
              <a:defRPr lang="en-US" sz="4400" b="0" i="0" kern="1200" baseline="0" dirty="0">
                <a:solidFill>
                  <a:schemeClr val="bg2"/>
                </a:solidFill>
                <a:latin typeface="+mj-lt"/>
                <a:ea typeface="+mj-ea"/>
                <a:cs typeface="+mj-cs"/>
              </a:defRPr>
            </a:lvl1pPr>
          </a:lstStyle>
          <a:p>
            <a:r>
              <a:rPr lang="en-US" dirty="0"/>
              <a:t>Click to edit master title style</a:t>
            </a:r>
          </a:p>
        </p:txBody>
      </p:sp>
      <p:sp>
        <p:nvSpPr>
          <p:cNvPr id="6" name="Text Placeholder 14">
            <a:extLst>
              <a:ext uri="{FF2B5EF4-FFF2-40B4-BE49-F238E27FC236}">
                <a16:creationId xmlns:a16="http://schemas.microsoft.com/office/drawing/2014/main" id="{86D41018-C18F-1229-589B-8A00DB40659A}"/>
              </a:ext>
            </a:extLst>
          </p:cNvPr>
          <p:cNvSpPr>
            <a:spLocks noGrp="1"/>
          </p:cNvSpPr>
          <p:nvPr>
            <p:ph type="body" sz="quarter" idx="10"/>
          </p:nvPr>
        </p:nvSpPr>
        <p:spPr>
          <a:xfrm>
            <a:off x="545431" y="4064969"/>
            <a:ext cx="10516139" cy="764089"/>
          </a:xfrm>
        </p:spPr>
        <p:txBody>
          <a:bodyPr/>
          <a:lstStyle>
            <a:lvl1pPr marL="0" indent="0">
              <a:buNone/>
              <a:defRPr lang="en-US" sz="16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
        <p:nvSpPr>
          <p:cNvPr id="5" name="Text Placeholder 14">
            <a:extLst>
              <a:ext uri="{FF2B5EF4-FFF2-40B4-BE49-F238E27FC236}">
                <a16:creationId xmlns:a16="http://schemas.microsoft.com/office/drawing/2014/main" id="{05D308D0-74DA-D827-A03E-7CFBB0F9A0FE}"/>
              </a:ext>
            </a:extLst>
          </p:cNvPr>
          <p:cNvSpPr>
            <a:spLocks noGrp="1"/>
          </p:cNvSpPr>
          <p:nvPr>
            <p:ph type="body" sz="quarter" idx="11"/>
          </p:nvPr>
        </p:nvSpPr>
        <p:spPr>
          <a:xfrm>
            <a:off x="545431" y="5052255"/>
            <a:ext cx="5181706" cy="448806"/>
          </a:xfrm>
        </p:spPr>
        <p:txBody>
          <a:bodyPr/>
          <a:lstStyle>
            <a:lvl1pPr marL="0" indent="0">
              <a:buNone/>
              <a:defRPr lang="en-US" sz="1600" kern="1200" dirty="0">
                <a:solidFill>
                  <a:schemeClr val="bg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pic>
        <p:nvPicPr>
          <p:cNvPr id="4" name="Fidelity logo" descr="Fidelity Investments logo">
            <a:extLst>
              <a:ext uri="{FF2B5EF4-FFF2-40B4-BE49-F238E27FC236}">
                <a16:creationId xmlns:a16="http://schemas.microsoft.com/office/drawing/2014/main" id="{0CF6DBDA-398C-09D2-F36A-7F5A55F535B6}"/>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36232" y="6030625"/>
            <a:ext cx="2094425" cy="448806"/>
          </a:xfrm>
          <a:prstGeom prst="rect">
            <a:avLst/>
          </a:prstGeom>
        </p:spPr>
      </p:pic>
    </p:spTree>
    <p:extLst>
      <p:ext uri="{BB962C8B-B14F-4D97-AF65-F5344CB8AC3E}">
        <p14:creationId xmlns:p14="http://schemas.microsoft.com/office/powerpoint/2010/main" val="252094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ver Slide with Photo">
    <p:bg>
      <p:bgPr>
        <a:solidFill>
          <a:schemeClr val="bg1"/>
        </a:solidFill>
        <a:effectLst/>
      </p:bgPr>
    </p:bg>
    <p:spTree>
      <p:nvGrpSpPr>
        <p:cNvPr id="1" name=""/>
        <p:cNvGrpSpPr/>
        <p:nvPr/>
      </p:nvGrpSpPr>
      <p:grpSpPr>
        <a:xfrm>
          <a:off x="0" y="0"/>
          <a:ext cx="0" cy="0"/>
          <a:chOff x="0" y="0"/>
          <a:chExt cx="0" cy="0"/>
        </a:xfrm>
      </p:grpSpPr>
      <p:pic>
        <p:nvPicPr>
          <p:cNvPr id="4" name="Graphic 3" descr="Fidelity Investments logo">
            <a:extLst>
              <a:ext uri="{FF2B5EF4-FFF2-40B4-BE49-F238E27FC236}">
                <a16:creationId xmlns:a16="http://schemas.microsoft.com/office/drawing/2014/main" id="{5571BB6C-B866-39E6-FBEE-A8BD4655593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5432" y="665233"/>
            <a:ext cx="1371600" cy="337543"/>
          </a:xfrm>
          <a:prstGeom prst="rect">
            <a:avLst/>
          </a:prstGeom>
        </p:spPr>
      </p:pic>
      <p:sp>
        <p:nvSpPr>
          <p:cNvPr id="15" name="Text Placeholder 14">
            <a:extLst>
              <a:ext uri="{FF2B5EF4-FFF2-40B4-BE49-F238E27FC236}">
                <a16:creationId xmlns:a16="http://schemas.microsoft.com/office/drawing/2014/main" id="{AE485B47-6262-AB21-E371-A594870B7766}"/>
              </a:ext>
            </a:extLst>
          </p:cNvPr>
          <p:cNvSpPr>
            <a:spLocks noGrp="1"/>
          </p:cNvSpPr>
          <p:nvPr>
            <p:ph type="body" sz="quarter" idx="20"/>
          </p:nvPr>
        </p:nvSpPr>
        <p:spPr>
          <a:xfrm>
            <a:off x="546100" y="1768475"/>
            <a:ext cx="5632450" cy="408925"/>
          </a:xfrm>
        </p:spPr>
        <p:txBody>
          <a:bodyPr/>
          <a:lstStyle>
            <a:lvl1pPr marL="0" indent="0">
              <a:buNone/>
              <a:defRPr lang="en-US" sz="1600" kern="1200" dirty="0" smtClean="0">
                <a:solidFill>
                  <a:schemeClr val="tx1"/>
                </a:solidFill>
                <a:latin typeface="+mn-lt"/>
                <a:ea typeface="+mn-ea"/>
                <a:cs typeface="+mn-cs"/>
              </a:defRPr>
            </a:lvl1pPr>
            <a:lvl2pPr marL="457200" indent="0">
              <a:buNone/>
              <a:defRPr/>
            </a:lvl2pPr>
          </a:lstStyle>
          <a:p>
            <a:pPr lvl="0"/>
            <a:r>
              <a:rPr lang="en-US" dirty="0"/>
              <a:t>Click to edit Master text styles</a:t>
            </a:r>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545432" y="2597678"/>
            <a:ext cx="5632474" cy="2231176"/>
          </a:xfrm>
        </p:spPr>
        <p:txBody>
          <a:bodyPr anchor="t"/>
          <a:lstStyle>
            <a:lvl1pPr algn="l">
              <a:defRPr sz="54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A424BE4E-D4B5-B1A2-2452-9EE348D77A2A}"/>
              </a:ext>
            </a:extLst>
          </p:cNvPr>
          <p:cNvSpPr>
            <a:spLocks noGrp="1"/>
          </p:cNvSpPr>
          <p:nvPr>
            <p:ph type="subTitle" idx="1" hasCustomPrompt="1"/>
          </p:nvPr>
        </p:nvSpPr>
        <p:spPr>
          <a:xfrm>
            <a:off x="553904" y="5085708"/>
            <a:ext cx="5624002" cy="976456"/>
          </a:xfrm>
        </p:spPr>
        <p:txBody>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6">
            <a:extLst>
              <a:ext uri="{FF2B5EF4-FFF2-40B4-BE49-F238E27FC236}">
                <a16:creationId xmlns:a16="http://schemas.microsoft.com/office/drawing/2014/main" id="{74824C47-E37B-B8A8-027B-A1C528E018FA}"/>
              </a:ext>
              <a:ext uri="{C183D7F6-B498-43B3-948B-1728B52AA6E4}">
                <adec:decorative xmlns:adec="http://schemas.microsoft.com/office/drawing/2017/decorative" val="1"/>
              </a:ext>
            </a:extLst>
          </p:cNvPr>
          <p:cNvSpPr>
            <a:spLocks noGrp="1"/>
          </p:cNvSpPr>
          <p:nvPr>
            <p:ph type="pic" sz="quarter" idx="12"/>
          </p:nvPr>
        </p:nvSpPr>
        <p:spPr>
          <a:xfrm>
            <a:off x="7596554" y="1"/>
            <a:ext cx="4595446" cy="6857998"/>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Tree>
    <p:extLst>
      <p:ext uri="{BB962C8B-B14F-4D97-AF65-F5344CB8AC3E}">
        <p14:creationId xmlns:p14="http://schemas.microsoft.com/office/powerpoint/2010/main" val="2086353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ver Slide with Photo">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9E777-B388-4526-4F02-6AEF81222B51}"/>
              </a:ext>
              <a:ext uri="{C183D7F6-B498-43B3-948B-1728B52AA6E4}">
                <adec:decorative xmlns:adec="http://schemas.microsoft.com/office/drawing/2017/decorative" val="1"/>
              </a:ext>
            </a:extLst>
          </p:cNvPr>
          <p:cNvSpPr/>
          <p:nvPr userDrawn="1"/>
        </p:nvSpPr>
        <p:spPr>
          <a:xfrm>
            <a:off x="0" y="1249661"/>
            <a:ext cx="11870474" cy="43586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F2B255D-90A3-A686-C2E9-57FCEF6DD8DA}"/>
              </a:ext>
              <a:ext uri="{C183D7F6-B498-43B3-948B-1728B52AA6E4}">
                <adec:decorative xmlns:adec="http://schemas.microsoft.com/office/drawing/2017/decorative" val="1"/>
              </a:ext>
            </a:extLst>
          </p:cNvPr>
          <p:cNvSpPr/>
          <p:nvPr userDrawn="1"/>
        </p:nvSpPr>
        <p:spPr>
          <a:xfrm>
            <a:off x="11535974" y="1249661"/>
            <a:ext cx="656026" cy="43586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descr="Fidelity Investments logo">
            <a:extLst>
              <a:ext uri="{FF2B5EF4-FFF2-40B4-BE49-F238E27FC236}">
                <a16:creationId xmlns:a16="http://schemas.microsoft.com/office/drawing/2014/main" id="{5571BB6C-B866-39E6-FBEE-A8BD4655593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5432" y="665233"/>
            <a:ext cx="1371600" cy="337543"/>
          </a:xfrm>
          <a:prstGeom prst="rect">
            <a:avLst/>
          </a:prstGeom>
        </p:spPr>
      </p:pic>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544952" y="2120306"/>
            <a:ext cx="5171895" cy="1504056"/>
          </a:xfrm>
        </p:spPr>
        <p:txBody>
          <a:bodyPr anchor="b"/>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A424BE4E-D4B5-B1A2-2452-9EE348D77A2A}"/>
              </a:ext>
            </a:extLst>
          </p:cNvPr>
          <p:cNvSpPr>
            <a:spLocks noGrp="1"/>
          </p:cNvSpPr>
          <p:nvPr>
            <p:ph type="subTitle" idx="1" hasCustomPrompt="1"/>
          </p:nvPr>
        </p:nvSpPr>
        <p:spPr>
          <a:xfrm>
            <a:off x="544952" y="4007984"/>
            <a:ext cx="5155648" cy="575883"/>
          </a:xfrm>
        </p:spPr>
        <p:txBody>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6">
            <a:extLst>
              <a:ext uri="{FF2B5EF4-FFF2-40B4-BE49-F238E27FC236}">
                <a16:creationId xmlns:a16="http://schemas.microsoft.com/office/drawing/2014/main" id="{74824C47-E37B-B8A8-027B-A1C528E018FA}"/>
              </a:ext>
              <a:ext uri="{C183D7F6-B498-43B3-948B-1728B52AA6E4}">
                <adec:decorative xmlns:adec="http://schemas.microsoft.com/office/drawing/2017/decorative" val="1"/>
              </a:ext>
            </a:extLst>
          </p:cNvPr>
          <p:cNvSpPr>
            <a:spLocks noGrp="1"/>
          </p:cNvSpPr>
          <p:nvPr>
            <p:ph type="pic" sz="quarter" idx="12"/>
          </p:nvPr>
        </p:nvSpPr>
        <p:spPr>
          <a:xfrm>
            <a:off x="6110798" y="1"/>
            <a:ext cx="5788152" cy="6857998"/>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Tree>
    <p:extLst>
      <p:ext uri="{BB962C8B-B14F-4D97-AF65-F5344CB8AC3E}">
        <p14:creationId xmlns:p14="http://schemas.microsoft.com/office/powerpoint/2010/main" val="3895740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ver Slide with Photo">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4824C47-E37B-B8A8-027B-A1C528E018FA}"/>
              </a:ext>
              <a:ext uri="{C183D7F6-B498-43B3-948B-1728B52AA6E4}">
                <adec:decorative xmlns:adec="http://schemas.microsoft.com/office/drawing/2017/decorative" val="1"/>
              </a:ext>
            </a:extLst>
          </p:cNvPr>
          <p:cNvSpPr>
            <a:spLocks noGrp="1"/>
          </p:cNvSpPr>
          <p:nvPr>
            <p:ph type="pic" sz="quarter" idx="12"/>
          </p:nvPr>
        </p:nvSpPr>
        <p:spPr>
          <a:xfrm>
            <a:off x="0" y="1"/>
            <a:ext cx="12192000" cy="3428999"/>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
        <p:nvSpPr>
          <p:cNvPr id="11" name="Title 1">
            <a:extLst>
              <a:ext uri="{FF2B5EF4-FFF2-40B4-BE49-F238E27FC236}">
                <a16:creationId xmlns:a16="http://schemas.microsoft.com/office/drawing/2014/main" id="{CD4003B9-3795-1337-5ADB-2B0117A458E6}"/>
              </a:ext>
            </a:extLst>
          </p:cNvPr>
          <p:cNvSpPr>
            <a:spLocks noGrp="1"/>
          </p:cNvSpPr>
          <p:nvPr>
            <p:ph type="ctrTitle" hasCustomPrompt="1"/>
          </p:nvPr>
        </p:nvSpPr>
        <p:spPr>
          <a:xfrm>
            <a:off x="545431" y="3429000"/>
            <a:ext cx="10529559" cy="1024718"/>
          </a:xfrm>
        </p:spPr>
        <p:txBody>
          <a:bodyPr anchor="b"/>
          <a:lstStyle>
            <a:lvl1pPr algn="l" defTabSz="914400" rtl="0" eaLnBrk="1" latinLnBrk="0" hangingPunct="1">
              <a:lnSpc>
                <a:spcPct val="100000"/>
              </a:lnSpc>
              <a:spcBef>
                <a:spcPct val="0"/>
              </a:spcBef>
              <a:buNone/>
              <a:defRPr lang="en-US" sz="4400" b="0" i="0" kern="1200" baseline="0" dirty="0">
                <a:solidFill>
                  <a:schemeClr val="bg2"/>
                </a:solidFill>
                <a:latin typeface="+mj-lt"/>
                <a:ea typeface="+mj-ea"/>
                <a:cs typeface="+mj-cs"/>
              </a:defRPr>
            </a:lvl1pPr>
          </a:lstStyle>
          <a:p>
            <a:r>
              <a:rPr lang="en-US" dirty="0"/>
              <a:t>Click to edit master title style</a:t>
            </a:r>
          </a:p>
        </p:txBody>
      </p:sp>
      <p:sp>
        <p:nvSpPr>
          <p:cNvPr id="12" name="Text Placeholder 14">
            <a:extLst>
              <a:ext uri="{FF2B5EF4-FFF2-40B4-BE49-F238E27FC236}">
                <a16:creationId xmlns:a16="http://schemas.microsoft.com/office/drawing/2014/main" id="{B688F113-E69D-556B-0ED7-E870DEED5F53}"/>
              </a:ext>
            </a:extLst>
          </p:cNvPr>
          <p:cNvSpPr>
            <a:spLocks noGrp="1"/>
          </p:cNvSpPr>
          <p:nvPr>
            <p:ph type="body" sz="quarter" idx="10"/>
          </p:nvPr>
        </p:nvSpPr>
        <p:spPr>
          <a:xfrm>
            <a:off x="545431" y="4464542"/>
            <a:ext cx="10516139" cy="764089"/>
          </a:xfrm>
        </p:spPr>
        <p:txBody>
          <a:bodyPr/>
          <a:lstStyle>
            <a:lvl1pPr marL="0" indent="0">
              <a:buNone/>
              <a:defRPr lang="en-US" sz="1600" kern="1200" dirty="0">
                <a:solidFill>
                  <a:schemeClr val="tx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
        <p:nvSpPr>
          <p:cNvPr id="13" name="Text Placeholder 14">
            <a:extLst>
              <a:ext uri="{FF2B5EF4-FFF2-40B4-BE49-F238E27FC236}">
                <a16:creationId xmlns:a16="http://schemas.microsoft.com/office/drawing/2014/main" id="{CE639C2E-6138-661D-AD0C-D1BD6F1F8434}"/>
              </a:ext>
            </a:extLst>
          </p:cNvPr>
          <p:cNvSpPr>
            <a:spLocks noGrp="1"/>
          </p:cNvSpPr>
          <p:nvPr>
            <p:ph type="body" sz="quarter" idx="11"/>
          </p:nvPr>
        </p:nvSpPr>
        <p:spPr>
          <a:xfrm>
            <a:off x="545431" y="5451276"/>
            <a:ext cx="5181706" cy="448806"/>
          </a:xfrm>
        </p:spPr>
        <p:txBody>
          <a:bodyPr/>
          <a:lstStyle>
            <a:lvl1pPr marL="0" indent="0">
              <a:buNone/>
              <a:defRPr lang="en-US" sz="1600" kern="1200" dirty="0">
                <a:solidFill>
                  <a:schemeClr val="tx1"/>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spTree>
    <p:extLst>
      <p:ext uri="{BB962C8B-B14F-4D97-AF65-F5344CB8AC3E}">
        <p14:creationId xmlns:p14="http://schemas.microsoft.com/office/powerpoint/2010/main" val="3385824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der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EA7BEE-9EC4-FB21-3CA5-F02B284B225E}"/>
              </a:ext>
              <a:ext uri="{C183D7F6-B498-43B3-948B-1728B52AA6E4}">
                <adec:decorative xmlns:adec="http://schemas.microsoft.com/office/drawing/2017/decorative" val="1"/>
              </a:ext>
            </a:extLst>
          </p:cNvPr>
          <p:cNvSpPr/>
          <p:nvPr userDrawn="1"/>
        </p:nvSpPr>
        <p:spPr>
          <a:xfrm>
            <a:off x="0" y="1600200"/>
            <a:ext cx="12192000" cy="39564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835760" y="2458890"/>
            <a:ext cx="7312058" cy="1299358"/>
          </a:xfrm>
        </p:spPr>
        <p:txBody>
          <a:bodyPr anchor="b"/>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A424BE4E-D4B5-B1A2-2452-9EE348D77A2A}"/>
              </a:ext>
            </a:extLst>
          </p:cNvPr>
          <p:cNvSpPr>
            <a:spLocks noGrp="1"/>
          </p:cNvSpPr>
          <p:nvPr>
            <p:ph type="subTitle" idx="1" hasCustomPrompt="1"/>
          </p:nvPr>
        </p:nvSpPr>
        <p:spPr>
          <a:xfrm>
            <a:off x="835760" y="3831920"/>
            <a:ext cx="7312058" cy="785018"/>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Rectangle 6">
            <a:extLst>
              <a:ext uri="{FF2B5EF4-FFF2-40B4-BE49-F238E27FC236}">
                <a16:creationId xmlns:a16="http://schemas.microsoft.com/office/drawing/2014/main" id="{83A0C9F1-A2F9-EAE0-A238-570D8356FEEE}"/>
              </a:ext>
              <a:ext uri="{C183D7F6-B498-43B3-948B-1728B52AA6E4}">
                <adec:decorative xmlns:adec="http://schemas.microsoft.com/office/drawing/2017/decorative" val="1"/>
              </a:ext>
            </a:extLst>
          </p:cNvPr>
          <p:cNvSpPr/>
          <p:nvPr userDrawn="1"/>
        </p:nvSpPr>
        <p:spPr>
          <a:xfrm>
            <a:off x="11734800" y="1600200"/>
            <a:ext cx="457200" cy="39564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FEA1D1E0-F712-00C0-F005-5D479479380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3370113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Divider Slide">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A33D1BF-4DC2-C643-CDD3-9E63E3701A6C}"/>
              </a:ext>
              <a:ext uri="{C183D7F6-B498-43B3-948B-1728B52AA6E4}">
                <adec:decorative xmlns:adec="http://schemas.microsoft.com/office/drawing/2017/decorative" val="1"/>
              </a:ext>
            </a:extLst>
          </p:cNvPr>
          <p:cNvSpPr/>
          <p:nvPr userDrawn="1"/>
        </p:nvSpPr>
        <p:spPr>
          <a:xfrm>
            <a:off x="0" y="0"/>
            <a:ext cx="12192000" cy="54600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4CEEA0-0D10-A801-9B52-06AC38DD4982}"/>
              </a:ext>
              <a:ext uri="{C183D7F6-B498-43B3-948B-1728B52AA6E4}">
                <adec:decorative xmlns:adec="http://schemas.microsoft.com/office/drawing/2017/decorative" val="1"/>
              </a:ext>
            </a:extLst>
          </p:cNvPr>
          <p:cNvSpPr/>
          <p:nvPr userDrawn="1"/>
        </p:nvSpPr>
        <p:spPr>
          <a:xfrm>
            <a:off x="0" y="4331432"/>
            <a:ext cx="12192000" cy="13979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835760" y="1290918"/>
            <a:ext cx="6296560" cy="1736168"/>
          </a:xfrm>
        </p:spPr>
        <p:txBody>
          <a:bodyPr anchor="b"/>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A424BE4E-D4B5-B1A2-2452-9EE348D77A2A}"/>
              </a:ext>
            </a:extLst>
          </p:cNvPr>
          <p:cNvSpPr>
            <a:spLocks noGrp="1"/>
          </p:cNvSpPr>
          <p:nvPr>
            <p:ph type="subTitle" idx="1" hasCustomPrompt="1"/>
          </p:nvPr>
        </p:nvSpPr>
        <p:spPr>
          <a:xfrm>
            <a:off x="835760" y="3189807"/>
            <a:ext cx="6296560" cy="785018"/>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Slide Number Placeholder 9">
            <a:extLst>
              <a:ext uri="{FF2B5EF4-FFF2-40B4-BE49-F238E27FC236}">
                <a16:creationId xmlns:a16="http://schemas.microsoft.com/office/drawing/2014/main" id="{FEA1D1E0-F712-00C0-F005-5D479479380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632691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Divider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835760" y="1290918"/>
            <a:ext cx="6296560" cy="1736168"/>
          </a:xfrm>
        </p:spPr>
        <p:txBody>
          <a:bodyPr anchor="b"/>
          <a:lstStyle>
            <a:lvl1pPr algn="l">
              <a:defRPr sz="44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A424BE4E-D4B5-B1A2-2452-9EE348D77A2A}"/>
              </a:ext>
            </a:extLst>
          </p:cNvPr>
          <p:cNvSpPr>
            <a:spLocks noGrp="1"/>
          </p:cNvSpPr>
          <p:nvPr>
            <p:ph type="subTitle" idx="1" hasCustomPrompt="1"/>
          </p:nvPr>
        </p:nvSpPr>
        <p:spPr>
          <a:xfrm>
            <a:off x="835760" y="3189807"/>
            <a:ext cx="6296560" cy="785018"/>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Slide Number Placeholder 9">
            <a:extLst>
              <a:ext uri="{FF2B5EF4-FFF2-40B4-BE49-F238E27FC236}">
                <a16:creationId xmlns:a16="http://schemas.microsoft.com/office/drawing/2014/main" id="{FEA1D1E0-F712-00C0-F005-5D479479380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4120737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Divider Slide">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F78CBD6-2AE8-9090-9163-417278EDA45B}"/>
              </a:ext>
              <a:ext uri="{C183D7F6-B498-43B3-948B-1728B52AA6E4}">
                <adec:decorative xmlns:adec="http://schemas.microsoft.com/office/drawing/2017/decorative" val="1"/>
              </a:ext>
            </a:extLst>
          </p:cNvPr>
          <p:cNvSpPr>
            <a:spLocks noGrp="1"/>
          </p:cNvSpPr>
          <p:nvPr>
            <p:ph type="pic" sz="quarter" idx="12"/>
          </p:nvPr>
        </p:nvSpPr>
        <p:spPr>
          <a:xfrm>
            <a:off x="0" y="1"/>
            <a:ext cx="4752109" cy="6019799"/>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5669115" y="1328589"/>
            <a:ext cx="5791200" cy="2100410"/>
          </a:xfrm>
        </p:spPr>
        <p:txBody>
          <a:bodyPr anchor="b"/>
          <a:lstStyle>
            <a:lvl1pPr algn="l">
              <a:defRPr sz="44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A424BE4E-D4B5-B1A2-2452-9EE348D77A2A}"/>
              </a:ext>
            </a:extLst>
          </p:cNvPr>
          <p:cNvSpPr>
            <a:spLocks noGrp="1"/>
          </p:cNvSpPr>
          <p:nvPr>
            <p:ph type="subTitle" idx="1" hasCustomPrompt="1"/>
          </p:nvPr>
        </p:nvSpPr>
        <p:spPr>
          <a:xfrm>
            <a:off x="5669115" y="3676648"/>
            <a:ext cx="5791200" cy="1375679"/>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Slide Number Placeholder 9">
            <a:extLst>
              <a:ext uri="{FF2B5EF4-FFF2-40B4-BE49-F238E27FC236}">
                <a16:creationId xmlns:a16="http://schemas.microsoft.com/office/drawing/2014/main" id="{FEA1D1E0-F712-00C0-F005-5D479479380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
        <p:nvSpPr>
          <p:cNvPr id="6" name="Rectangle 5">
            <a:extLst>
              <a:ext uri="{FF2B5EF4-FFF2-40B4-BE49-F238E27FC236}">
                <a16:creationId xmlns:a16="http://schemas.microsoft.com/office/drawing/2014/main" id="{ED933413-85A0-08A5-DD78-D28AF02ECE43}"/>
              </a:ext>
              <a:ext uri="{C183D7F6-B498-43B3-948B-1728B52AA6E4}">
                <adec:decorative xmlns:adec="http://schemas.microsoft.com/office/drawing/2017/decorative" val="1"/>
              </a:ext>
            </a:extLst>
          </p:cNvPr>
          <p:cNvSpPr/>
          <p:nvPr userDrawn="1"/>
        </p:nvSpPr>
        <p:spPr>
          <a:xfrm>
            <a:off x="4752109" y="0"/>
            <a:ext cx="369028" cy="6019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5599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Divider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457200" y="1328589"/>
            <a:ext cx="5791200" cy="2100410"/>
          </a:xfrm>
        </p:spPr>
        <p:txBody>
          <a:bodyPr anchor="b"/>
          <a:lstStyle>
            <a:lvl1pPr algn="l">
              <a:defRPr sz="44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A424BE4E-D4B5-B1A2-2452-9EE348D77A2A}"/>
              </a:ext>
            </a:extLst>
          </p:cNvPr>
          <p:cNvSpPr>
            <a:spLocks noGrp="1"/>
          </p:cNvSpPr>
          <p:nvPr>
            <p:ph type="subTitle" idx="1" hasCustomPrompt="1"/>
          </p:nvPr>
        </p:nvSpPr>
        <p:spPr>
          <a:xfrm>
            <a:off x="457200" y="3676648"/>
            <a:ext cx="5791200" cy="1375679"/>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Picture Placeholder 6">
            <a:extLst>
              <a:ext uri="{FF2B5EF4-FFF2-40B4-BE49-F238E27FC236}">
                <a16:creationId xmlns:a16="http://schemas.microsoft.com/office/drawing/2014/main" id="{CF78CBD6-2AE8-9090-9163-417278EDA45B}"/>
              </a:ext>
              <a:ext uri="{C183D7F6-B498-43B3-948B-1728B52AA6E4}">
                <adec:decorative xmlns:adec="http://schemas.microsoft.com/office/drawing/2017/decorative" val="1"/>
              </a:ext>
            </a:extLst>
          </p:cNvPr>
          <p:cNvSpPr>
            <a:spLocks noGrp="1"/>
          </p:cNvSpPr>
          <p:nvPr>
            <p:ph type="pic" sz="quarter" idx="12"/>
          </p:nvPr>
        </p:nvSpPr>
        <p:spPr>
          <a:xfrm>
            <a:off x="7439891" y="1"/>
            <a:ext cx="4752109" cy="6019799"/>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FEA1D1E0-F712-00C0-F005-5D479479380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
        <p:nvSpPr>
          <p:cNvPr id="6" name="Rectangle 5">
            <a:extLst>
              <a:ext uri="{FF2B5EF4-FFF2-40B4-BE49-F238E27FC236}">
                <a16:creationId xmlns:a16="http://schemas.microsoft.com/office/drawing/2014/main" id="{ED933413-85A0-08A5-DD78-D28AF02ECE43}"/>
              </a:ext>
              <a:ext uri="{C183D7F6-B498-43B3-948B-1728B52AA6E4}">
                <adec:decorative xmlns:adec="http://schemas.microsoft.com/office/drawing/2017/decorative" val="1"/>
              </a:ext>
            </a:extLst>
          </p:cNvPr>
          <p:cNvSpPr/>
          <p:nvPr userDrawn="1"/>
        </p:nvSpPr>
        <p:spPr>
          <a:xfrm>
            <a:off x="7092586" y="0"/>
            <a:ext cx="369028" cy="6019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05123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6EE06-F990-BADC-3C58-275B7DA92B64}"/>
              </a:ext>
            </a:extLst>
          </p:cNvPr>
          <p:cNvSpPr>
            <a:spLocks noGrp="1"/>
          </p:cNvSpPr>
          <p:nvPr>
            <p:ph type="title" hasCustomPrompt="1"/>
          </p:nvPr>
        </p:nvSpPr>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A86A4E8A-8529-77C4-23B9-9553D2D22C98}"/>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152343095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786C03-60A1-7394-584D-12B4F9FA8A26}"/>
              </a:ext>
            </a:extLst>
          </p:cNvPr>
          <p:cNvSpPr>
            <a:spLocks noGrp="1"/>
          </p:cNvSpPr>
          <p:nvPr>
            <p:ph idx="1" hasCustomPrompt="1"/>
          </p:nvPr>
        </p:nvSpPr>
        <p:spPr>
          <a:xfrm>
            <a:off x="462222" y="1253330"/>
            <a:ext cx="11272577" cy="4735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7B35DECC-5944-6AF5-0E9A-D6C8EEAA214D}"/>
              </a:ext>
            </a:extLst>
          </p:cNvPr>
          <p:cNvSpPr>
            <a:spLocks noGrp="1"/>
          </p:cNvSpPr>
          <p:nvPr>
            <p:ph type="title" hasCustomPrompt="1"/>
          </p:nvPr>
        </p:nvSpPr>
        <p:spPr>
          <a:xfrm>
            <a:off x="462223" y="365125"/>
            <a:ext cx="11267554" cy="720097"/>
          </a:xfrm>
        </p:spPr>
        <p:txBody>
          <a:bodyPr/>
          <a:lstStyle/>
          <a:p>
            <a:r>
              <a:rPr lang="en-US" dirty="0"/>
              <a:t>Click to edit master title style</a:t>
            </a:r>
          </a:p>
        </p:txBody>
      </p:sp>
      <p:sp>
        <p:nvSpPr>
          <p:cNvPr id="5" name="Slide Number Placeholder 4">
            <a:extLst>
              <a:ext uri="{FF2B5EF4-FFF2-40B4-BE49-F238E27FC236}">
                <a16:creationId xmlns:a16="http://schemas.microsoft.com/office/drawing/2014/main" id="{9EDFE85A-A070-6764-5E7E-02B040D3103D}"/>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22929071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wo column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2714710-5514-6CF5-7E8A-881CF272282C}"/>
              </a:ext>
            </a:extLst>
          </p:cNvPr>
          <p:cNvSpPr>
            <a:spLocks noGrp="1"/>
          </p:cNvSpPr>
          <p:nvPr>
            <p:ph type="title" hasCustomPrompt="1"/>
          </p:nvPr>
        </p:nvSpPr>
        <p:spPr>
          <a:xfrm>
            <a:off x="462223" y="365125"/>
            <a:ext cx="11267554" cy="720097"/>
          </a:xfrm>
        </p:spPr>
        <p:txBody>
          <a:bodyPr/>
          <a:lstStyle/>
          <a:p>
            <a:r>
              <a:rPr lang="en-US" dirty="0"/>
              <a:t>Click to edit master title style</a:t>
            </a:r>
          </a:p>
        </p:txBody>
      </p:sp>
      <p:sp>
        <p:nvSpPr>
          <p:cNvPr id="7" name="Content Placeholder 2">
            <a:extLst>
              <a:ext uri="{FF2B5EF4-FFF2-40B4-BE49-F238E27FC236}">
                <a16:creationId xmlns:a16="http://schemas.microsoft.com/office/drawing/2014/main" id="{448ADB2A-BDC9-8416-9729-22769B6BF59E}"/>
              </a:ext>
            </a:extLst>
          </p:cNvPr>
          <p:cNvSpPr>
            <a:spLocks noGrp="1"/>
          </p:cNvSpPr>
          <p:nvPr>
            <p:ph idx="1" hasCustomPrompt="1"/>
          </p:nvPr>
        </p:nvSpPr>
        <p:spPr>
          <a:xfrm>
            <a:off x="462223" y="1253330"/>
            <a:ext cx="5361707" cy="4735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55C6177D-9439-E262-960F-ED01DB8AD9D6}"/>
              </a:ext>
            </a:extLst>
          </p:cNvPr>
          <p:cNvSpPr>
            <a:spLocks noGrp="1"/>
          </p:cNvSpPr>
          <p:nvPr>
            <p:ph idx="10" hasCustomPrompt="1"/>
          </p:nvPr>
        </p:nvSpPr>
        <p:spPr>
          <a:xfrm>
            <a:off x="6368069" y="1253329"/>
            <a:ext cx="5361707" cy="47354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
            <a:extLst>
              <a:ext uri="{FF2B5EF4-FFF2-40B4-BE49-F238E27FC236}">
                <a16:creationId xmlns:a16="http://schemas.microsoft.com/office/drawing/2014/main" id="{35326303-F87A-B6CB-E15B-767026A10469}"/>
              </a:ext>
              <a:ext uri="{C183D7F6-B498-43B3-948B-1728B52AA6E4}">
                <adec:decorative xmlns:adec="http://schemas.microsoft.com/office/drawing/2017/decorative" val="1"/>
              </a:ext>
            </a:extLst>
          </p:cNvPr>
          <p:cNvSpPr>
            <a:spLocks noGrp="1"/>
          </p:cNvSpPr>
          <p:nvPr>
            <p:ph type="sldNum" sz="quarter" idx="11"/>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195131849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3895DE-7D37-C357-C469-FD34336265F4}"/>
              </a:ext>
            </a:extLst>
          </p:cNvPr>
          <p:cNvSpPr>
            <a:spLocks noGrp="1"/>
          </p:cNvSpPr>
          <p:nvPr>
            <p:ph type="title" hasCustomPrompt="1"/>
          </p:nvPr>
        </p:nvSpPr>
        <p:spPr>
          <a:xfrm>
            <a:off x="462224" y="365126"/>
            <a:ext cx="11267554" cy="569822"/>
          </a:xfrm>
        </p:spPr>
        <p:txBody>
          <a:bodyPr/>
          <a:lstStyle/>
          <a:p>
            <a:r>
              <a:rPr lang="en-US" dirty="0"/>
              <a:t>Click to edit master title style</a:t>
            </a:r>
          </a:p>
        </p:txBody>
      </p:sp>
      <p:sp>
        <p:nvSpPr>
          <p:cNvPr id="6" name="Text Placeholder 4">
            <a:extLst>
              <a:ext uri="{FF2B5EF4-FFF2-40B4-BE49-F238E27FC236}">
                <a16:creationId xmlns:a16="http://schemas.microsoft.com/office/drawing/2014/main" id="{02272CBB-3EB5-5B63-49B1-EDF99305DD17}"/>
              </a:ext>
            </a:extLst>
          </p:cNvPr>
          <p:cNvSpPr>
            <a:spLocks noGrp="1"/>
          </p:cNvSpPr>
          <p:nvPr>
            <p:ph type="body" sz="quarter" idx="13" hasCustomPrompt="1"/>
          </p:nvPr>
        </p:nvSpPr>
        <p:spPr>
          <a:xfrm>
            <a:off x="462224" y="842963"/>
            <a:ext cx="11267554" cy="409575"/>
          </a:xfrm>
        </p:spPr>
        <p:txBody>
          <a:bodyPr/>
          <a:lstStyle>
            <a:lvl1pPr marL="0" indent="0">
              <a:buNone/>
              <a:defRPr sz="1800">
                <a:solidFill>
                  <a:schemeClr val="tx2"/>
                </a:solidFill>
              </a:defRPr>
            </a:lvl1pPr>
          </a:lstStyle>
          <a:p>
            <a:pPr lvl="0"/>
            <a:r>
              <a:rPr lang="en-US" dirty="0"/>
              <a:t>Click to edit master text styles</a:t>
            </a:r>
          </a:p>
        </p:txBody>
      </p:sp>
      <p:sp>
        <p:nvSpPr>
          <p:cNvPr id="2" name="Slide Number Placeholder 1">
            <a:extLst>
              <a:ext uri="{FF2B5EF4-FFF2-40B4-BE49-F238E27FC236}">
                <a16:creationId xmlns:a16="http://schemas.microsoft.com/office/drawing/2014/main" id="{38972C9B-D8D5-9DFB-43AC-FC475035BDF4}"/>
              </a:ext>
              <a:ext uri="{C183D7F6-B498-43B3-948B-1728B52AA6E4}">
                <adec:decorative xmlns:adec="http://schemas.microsoft.com/office/drawing/2017/decorative" val="1"/>
              </a:ext>
            </a:extLst>
          </p:cNvPr>
          <p:cNvSpPr>
            <a:spLocks noGrp="1"/>
          </p:cNvSpPr>
          <p:nvPr>
            <p:ph type="sldNum" sz="quarter" idx="14"/>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254146000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C7C9EF0-AC60-A83A-F579-10954C94A703}"/>
              </a:ext>
            </a:extLst>
          </p:cNvPr>
          <p:cNvSpPr>
            <a:spLocks noGrp="1"/>
          </p:cNvSpPr>
          <p:nvPr>
            <p:ph type="title" hasCustomPrompt="1"/>
          </p:nvPr>
        </p:nvSpPr>
        <p:spPr>
          <a:xfrm>
            <a:off x="462224" y="365125"/>
            <a:ext cx="11267554" cy="569823"/>
          </a:xfrm>
        </p:spPr>
        <p:txBody>
          <a:bodyPr/>
          <a:lstStyle/>
          <a:p>
            <a:r>
              <a:rPr lang="en-US" dirty="0"/>
              <a:t>Click to edit master title style</a:t>
            </a:r>
          </a:p>
        </p:txBody>
      </p:sp>
      <p:sp>
        <p:nvSpPr>
          <p:cNvPr id="5" name="Text Placeholder 4">
            <a:extLst>
              <a:ext uri="{FF2B5EF4-FFF2-40B4-BE49-F238E27FC236}">
                <a16:creationId xmlns:a16="http://schemas.microsoft.com/office/drawing/2014/main" id="{EFBF92DE-B522-D17C-29AB-676C3B829F74}"/>
              </a:ext>
            </a:extLst>
          </p:cNvPr>
          <p:cNvSpPr>
            <a:spLocks noGrp="1"/>
          </p:cNvSpPr>
          <p:nvPr>
            <p:ph type="body" sz="quarter" idx="13" hasCustomPrompt="1"/>
          </p:nvPr>
        </p:nvSpPr>
        <p:spPr>
          <a:xfrm>
            <a:off x="462224" y="842963"/>
            <a:ext cx="11272369" cy="409575"/>
          </a:xfrm>
        </p:spPr>
        <p:txBody>
          <a:bodyPr/>
          <a:lstStyle>
            <a:lvl1pPr marL="0" indent="0">
              <a:buNone/>
              <a:defRPr sz="1800">
                <a:solidFill>
                  <a:schemeClr val="tx2"/>
                </a:solidFill>
              </a:defRPr>
            </a:lvl1pPr>
          </a:lstStyle>
          <a:p>
            <a:pPr lvl="0"/>
            <a:r>
              <a:rPr lang="en-US" dirty="0"/>
              <a:t>Click to edit master text styles</a:t>
            </a:r>
          </a:p>
        </p:txBody>
      </p:sp>
      <p:sp>
        <p:nvSpPr>
          <p:cNvPr id="9" name="Content Placeholder 8">
            <a:extLst>
              <a:ext uri="{FF2B5EF4-FFF2-40B4-BE49-F238E27FC236}">
                <a16:creationId xmlns:a16="http://schemas.microsoft.com/office/drawing/2014/main" id="{F6D088D9-0617-889F-849D-C9773FBD9897}"/>
              </a:ext>
            </a:extLst>
          </p:cNvPr>
          <p:cNvSpPr>
            <a:spLocks noGrp="1"/>
          </p:cNvSpPr>
          <p:nvPr>
            <p:ph sz="quarter" idx="14" hasCustomPrompt="1"/>
          </p:nvPr>
        </p:nvSpPr>
        <p:spPr>
          <a:xfrm>
            <a:off x="462224" y="1646238"/>
            <a:ext cx="11277600" cy="43735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
            <a:extLst>
              <a:ext uri="{FF2B5EF4-FFF2-40B4-BE49-F238E27FC236}">
                <a16:creationId xmlns:a16="http://schemas.microsoft.com/office/drawing/2014/main" id="{31A43E8B-48F9-7367-2481-0A84BE1289AE}"/>
              </a:ext>
              <a:ext uri="{C183D7F6-B498-43B3-948B-1728B52AA6E4}">
                <adec:decorative xmlns:adec="http://schemas.microsoft.com/office/drawing/2017/decorative" val="1"/>
              </a:ext>
            </a:extLst>
          </p:cNvPr>
          <p:cNvSpPr>
            <a:spLocks noGrp="1"/>
          </p:cNvSpPr>
          <p:nvPr>
            <p:ph type="sldNum" sz="quarter" idx="15"/>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22907447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Two Column">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A5982D8-ABD8-122E-50A2-B69059DB33FB}"/>
              </a:ext>
            </a:extLst>
          </p:cNvPr>
          <p:cNvSpPr>
            <a:spLocks noGrp="1"/>
          </p:cNvSpPr>
          <p:nvPr>
            <p:ph type="title" hasCustomPrompt="1"/>
          </p:nvPr>
        </p:nvSpPr>
        <p:spPr>
          <a:xfrm>
            <a:off x="462224" y="365125"/>
            <a:ext cx="11267554" cy="580097"/>
          </a:xfrm>
        </p:spPr>
        <p:txBody>
          <a:bodyPr/>
          <a:lstStyle/>
          <a:p>
            <a:r>
              <a:rPr lang="en-US" dirty="0"/>
              <a:t>Click to edit master title style</a:t>
            </a:r>
          </a:p>
        </p:txBody>
      </p:sp>
      <p:sp>
        <p:nvSpPr>
          <p:cNvPr id="8" name="Text Placeholder 4">
            <a:extLst>
              <a:ext uri="{FF2B5EF4-FFF2-40B4-BE49-F238E27FC236}">
                <a16:creationId xmlns:a16="http://schemas.microsoft.com/office/drawing/2014/main" id="{33BA455C-0E89-F858-78A0-B0D8FFF113D5}"/>
              </a:ext>
            </a:extLst>
          </p:cNvPr>
          <p:cNvSpPr>
            <a:spLocks noGrp="1"/>
          </p:cNvSpPr>
          <p:nvPr>
            <p:ph type="body" sz="quarter" idx="14" hasCustomPrompt="1"/>
          </p:nvPr>
        </p:nvSpPr>
        <p:spPr>
          <a:xfrm>
            <a:off x="462224" y="842963"/>
            <a:ext cx="11277391" cy="409575"/>
          </a:xfrm>
        </p:spPr>
        <p:txBody>
          <a:bodyPr/>
          <a:lstStyle>
            <a:lvl1pPr marL="0" indent="0">
              <a:buNone/>
              <a:defRPr sz="1800">
                <a:solidFill>
                  <a:schemeClr val="tx2"/>
                </a:solidFill>
              </a:defRPr>
            </a:lvl1pPr>
          </a:lstStyle>
          <a:p>
            <a:pPr lvl="0"/>
            <a:r>
              <a:rPr lang="en-US" dirty="0"/>
              <a:t>Click to edit master text styles</a:t>
            </a:r>
          </a:p>
        </p:txBody>
      </p:sp>
      <p:sp>
        <p:nvSpPr>
          <p:cNvPr id="9" name="Content Placeholder 2">
            <a:extLst>
              <a:ext uri="{FF2B5EF4-FFF2-40B4-BE49-F238E27FC236}">
                <a16:creationId xmlns:a16="http://schemas.microsoft.com/office/drawing/2014/main" id="{74CE1F26-91F3-AD02-6A93-5A89D6591FDD}"/>
              </a:ext>
            </a:extLst>
          </p:cNvPr>
          <p:cNvSpPr>
            <a:spLocks noGrp="1"/>
          </p:cNvSpPr>
          <p:nvPr>
            <p:ph idx="1" hasCustomPrompt="1"/>
          </p:nvPr>
        </p:nvSpPr>
        <p:spPr>
          <a:xfrm>
            <a:off x="462224" y="1646239"/>
            <a:ext cx="5361707" cy="43425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8CE31B08-AA08-EB76-8B19-139F06BE37FF}"/>
              </a:ext>
            </a:extLst>
          </p:cNvPr>
          <p:cNvSpPr>
            <a:spLocks noGrp="1"/>
          </p:cNvSpPr>
          <p:nvPr>
            <p:ph idx="10" hasCustomPrompt="1"/>
          </p:nvPr>
        </p:nvSpPr>
        <p:spPr>
          <a:xfrm>
            <a:off x="6368069" y="1646238"/>
            <a:ext cx="5361707" cy="43425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
            <a:extLst>
              <a:ext uri="{FF2B5EF4-FFF2-40B4-BE49-F238E27FC236}">
                <a16:creationId xmlns:a16="http://schemas.microsoft.com/office/drawing/2014/main" id="{3111CF79-A683-2FFE-FC6A-F247521D0917}"/>
              </a:ext>
              <a:ext uri="{C183D7F6-B498-43B3-948B-1728B52AA6E4}">
                <adec:decorative xmlns:adec="http://schemas.microsoft.com/office/drawing/2017/decorative" val="1"/>
              </a:ext>
            </a:extLst>
          </p:cNvPr>
          <p:cNvSpPr>
            <a:spLocks noGrp="1"/>
          </p:cNvSpPr>
          <p:nvPr>
            <p:ph type="sldNum" sz="quarter" idx="15"/>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388528420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42D47-F8A9-693D-10FC-0D171AACE0E5}"/>
              </a:ext>
            </a:extLst>
          </p:cNvPr>
          <p:cNvSpPr>
            <a:spLocks noGrp="1"/>
          </p:cNvSpPr>
          <p:nvPr>
            <p:ph type="title" hasCustomPrompt="1"/>
          </p:nvPr>
        </p:nvSpPr>
        <p:spPr>
          <a:xfrm>
            <a:off x="462224" y="-966369"/>
            <a:ext cx="11267554" cy="720097"/>
          </a:xfrm>
        </p:spPr>
        <p:txBody>
          <a:bodyPr/>
          <a:lstStyle>
            <a:lvl1pPr>
              <a:defRPr>
                <a:solidFill>
                  <a:schemeClr val="bg2"/>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B74BF9F-12E0-9433-3A6D-1E5EE9447C24}"/>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81323239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all Out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676837-1BE0-29C4-4797-1C94DC93688D}"/>
              </a:ext>
              <a:ext uri="{C183D7F6-B498-43B3-948B-1728B52AA6E4}">
                <adec:decorative xmlns:adec="http://schemas.microsoft.com/office/drawing/2017/decorative" val="1"/>
              </a:ext>
            </a:extLst>
          </p:cNvPr>
          <p:cNvSpPr/>
          <p:nvPr userDrawn="1"/>
        </p:nvSpPr>
        <p:spPr>
          <a:xfrm>
            <a:off x="0" y="0"/>
            <a:ext cx="4094922" cy="6019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86EE06-F990-BADC-3C58-275B7DA92B64}"/>
              </a:ext>
            </a:extLst>
          </p:cNvPr>
          <p:cNvSpPr>
            <a:spLocks noGrp="1"/>
          </p:cNvSpPr>
          <p:nvPr>
            <p:ph type="title" hasCustomPrompt="1"/>
          </p:nvPr>
        </p:nvSpPr>
        <p:spPr>
          <a:xfrm>
            <a:off x="462223" y="365125"/>
            <a:ext cx="3252527" cy="1292225"/>
          </a:xfrm>
        </p:spPr>
        <p:txBody>
          <a:bodyPr/>
          <a:lstStyle>
            <a:lvl1pPr>
              <a:defRPr>
                <a:solidFill>
                  <a:schemeClr val="bg1"/>
                </a:solidFill>
              </a:defRPr>
            </a:lvl1pPr>
          </a:lstStyle>
          <a:p>
            <a:r>
              <a:rPr lang="en-US" dirty="0"/>
              <a:t>Click to edit master title style</a:t>
            </a:r>
          </a:p>
        </p:txBody>
      </p:sp>
      <p:sp>
        <p:nvSpPr>
          <p:cNvPr id="4" name="Slide Number Placeholder 3">
            <a:extLst>
              <a:ext uri="{FF2B5EF4-FFF2-40B4-BE49-F238E27FC236}">
                <a16:creationId xmlns:a16="http://schemas.microsoft.com/office/drawing/2014/main" id="{600B2CE5-BD2C-EB8A-F79C-15C62BFD4BE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171614990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Call Out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676837-1BE0-29C4-4797-1C94DC93688D}"/>
              </a:ext>
              <a:ext uri="{C183D7F6-B498-43B3-948B-1728B52AA6E4}">
                <adec:decorative xmlns:adec="http://schemas.microsoft.com/office/drawing/2017/decorative" val="1"/>
              </a:ext>
            </a:extLst>
          </p:cNvPr>
          <p:cNvSpPr/>
          <p:nvPr userDrawn="1"/>
        </p:nvSpPr>
        <p:spPr>
          <a:xfrm>
            <a:off x="0" y="0"/>
            <a:ext cx="4094922" cy="6019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86EE06-F990-BADC-3C58-275B7DA92B64}"/>
              </a:ext>
            </a:extLst>
          </p:cNvPr>
          <p:cNvSpPr>
            <a:spLocks noGrp="1"/>
          </p:cNvSpPr>
          <p:nvPr>
            <p:ph type="title" hasCustomPrompt="1"/>
          </p:nvPr>
        </p:nvSpPr>
        <p:spPr>
          <a:xfrm>
            <a:off x="462223" y="365125"/>
            <a:ext cx="3252527" cy="1292225"/>
          </a:xfrm>
        </p:spPr>
        <p:txBody>
          <a:bodyPr/>
          <a:lstStyle>
            <a:lvl1pPr>
              <a:defRPr>
                <a:solidFill>
                  <a:schemeClr val="bg1"/>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52678C57-FBB7-1C96-AAE9-B00F556662B7}"/>
              </a:ext>
            </a:extLst>
          </p:cNvPr>
          <p:cNvSpPr>
            <a:spLocks noGrp="1"/>
          </p:cNvSpPr>
          <p:nvPr>
            <p:ph type="body" sz="quarter" idx="11"/>
          </p:nvPr>
        </p:nvSpPr>
        <p:spPr>
          <a:xfrm>
            <a:off x="4557145" y="365125"/>
            <a:ext cx="7177655" cy="530225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600B2CE5-BD2C-EB8A-F79C-15C62BFD4BE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263944175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all Out Slide">
    <p:bg>
      <p:bgPr>
        <a:solidFill>
          <a:schemeClr val="bg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60C06BC-9D23-CD0E-5F80-83E01AAC4D87}"/>
              </a:ext>
            </a:extLst>
          </p:cNvPr>
          <p:cNvSpPr>
            <a:spLocks noGrp="1"/>
          </p:cNvSpPr>
          <p:nvPr>
            <p:ph type="title" hasCustomPrompt="1"/>
          </p:nvPr>
        </p:nvSpPr>
        <p:spPr>
          <a:xfrm>
            <a:off x="462224" y="365126"/>
            <a:ext cx="4672484" cy="5289548"/>
          </a:xfrm>
        </p:spPr>
        <p:txBody>
          <a:bodyPr anchor="ctr"/>
          <a:lstStyle>
            <a:lvl1pPr marL="0" algn="l" defTabSz="914400" rtl="0" eaLnBrk="1" latinLnBrk="0" hangingPunct="1">
              <a:lnSpc>
                <a:spcPct val="90000"/>
              </a:lnSpc>
              <a:spcBef>
                <a:spcPct val="0"/>
              </a:spcBef>
              <a:buNone/>
              <a:defRPr lang="en-US" sz="4400" kern="1200" dirty="0">
                <a:solidFill>
                  <a:schemeClr val="bg2"/>
                </a:solidFill>
                <a:latin typeface="+mj-lt"/>
                <a:ea typeface="+mj-ea"/>
                <a:cs typeface="+mj-cs"/>
              </a:defRPr>
            </a:lvl1pPr>
          </a:lstStyle>
          <a:p>
            <a:r>
              <a:rPr lang="en-US" dirty="0"/>
              <a:t>Click to edit master title style</a:t>
            </a:r>
          </a:p>
        </p:txBody>
      </p:sp>
      <p:sp>
        <p:nvSpPr>
          <p:cNvPr id="35" name="Picture Placeholder 6">
            <a:extLst>
              <a:ext uri="{FF2B5EF4-FFF2-40B4-BE49-F238E27FC236}">
                <a16:creationId xmlns:a16="http://schemas.microsoft.com/office/drawing/2014/main" id="{BFC4FA17-1DB1-51CE-FBEE-E30CEC684E8E}"/>
              </a:ext>
              <a:ext uri="{C183D7F6-B498-43B3-948B-1728B52AA6E4}">
                <adec:decorative xmlns:adec="http://schemas.microsoft.com/office/drawing/2017/decorative" val="1"/>
              </a:ext>
            </a:extLst>
          </p:cNvPr>
          <p:cNvSpPr>
            <a:spLocks noGrp="1"/>
          </p:cNvSpPr>
          <p:nvPr>
            <p:ph type="pic" sz="quarter" idx="12"/>
          </p:nvPr>
        </p:nvSpPr>
        <p:spPr>
          <a:xfrm>
            <a:off x="6096000" y="0"/>
            <a:ext cx="6096000" cy="6019800"/>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61850A6E-D07F-C67F-D48D-5C464E3EF593}"/>
              </a:ext>
              <a:ext uri="{C183D7F6-B498-43B3-948B-1728B52AA6E4}">
                <adec:decorative xmlns:adec="http://schemas.microsoft.com/office/drawing/2017/decorative" val="1"/>
              </a:ext>
            </a:extLst>
          </p:cNvPr>
          <p:cNvSpPr>
            <a:spLocks noGrp="1"/>
          </p:cNvSpPr>
          <p:nvPr>
            <p:ph type="sldNum" sz="quarter" idx="13"/>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17039042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Call Out Slide">
    <p:bg>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1387F55-A4A2-526D-DDD4-0B2EBF2F8E85}"/>
              </a:ext>
              <a:ext uri="{C183D7F6-B498-43B3-948B-1728B52AA6E4}">
                <adec:decorative xmlns:adec="http://schemas.microsoft.com/office/drawing/2017/decorative" val="1"/>
              </a:ext>
            </a:extLst>
          </p:cNvPr>
          <p:cNvSpPr/>
          <p:nvPr userDrawn="1"/>
        </p:nvSpPr>
        <p:spPr>
          <a:xfrm>
            <a:off x="0" y="1"/>
            <a:ext cx="5530467" cy="6019800"/>
          </a:xfrm>
          <a:custGeom>
            <a:avLst/>
            <a:gdLst>
              <a:gd name="connsiteX0" fmla="*/ 0 w 5530467"/>
              <a:gd name="connsiteY0" fmla="*/ 0 h 6019801"/>
              <a:gd name="connsiteX1" fmla="*/ 242511 w 5530467"/>
              <a:gd name="connsiteY1" fmla="*/ 0 h 6019801"/>
              <a:gd name="connsiteX2" fmla="*/ 692331 w 5530467"/>
              <a:gd name="connsiteY2" fmla="*/ 0 h 6019801"/>
              <a:gd name="connsiteX3" fmla="*/ 5530467 w 5530467"/>
              <a:gd name="connsiteY3" fmla="*/ 0 h 6019801"/>
              <a:gd name="connsiteX4" fmla="*/ 5530467 w 5530467"/>
              <a:gd name="connsiteY4" fmla="*/ 5777290 h 6019801"/>
              <a:gd name="connsiteX5" fmla="*/ 5287956 w 5530467"/>
              <a:gd name="connsiteY5" fmla="*/ 6019801 h 6019801"/>
              <a:gd name="connsiteX6" fmla="*/ 0 w 5530467"/>
              <a:gd name="connsiteY6" fmla="*/ 6019801 h 6019801"/>
              <a:gd name="connsiteX7" fmla="*/ 0 w 5530467"/>
              <a:gd name="connsiteY7" fmla="*/ 457200 h 6019801"/>
              <a:gd name="connsiteX8" fmla="*/ 0 w 5530467"/>
              <a:gd name="connsiteY8" fmla="*/ 242511 h 6019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30467" h="6019801">
                <a:moveTo>
                  <a:pt x="0" y="0"/>
                </a:moveTo>
                <a:lnTo>
                  <a:pt x="242511" y="0"/>
                </a:lnTo>
                <a:lnTo>
                  <a:pt x="692331" y="0"/>
                </a:lnTo>
                <a:lnTo>
                  <a:pt x="5530467" y="0"/>
                </a:lnTo>
                <a:lnTo>
                  <a:pt x="5530467" y="5777290"/>
                </a:lnTo>
                <a:cubicBezTo>
                  <a:pt x="5530467" y="5911225"/>
                  <a:pt x="5421891" y="6019801"/>
                  <a:pt x="5287956" y="6019801"/>
                </a:cubicBezTo>
                <a:lnTo>
                  <a:pt x="0" y="6019801"/>
                </a:lnTo>
                <a:lnTo>
                  <a:pt x="0" y="457200"/>
                </a:lnTo>
                <a:lnTo>
                  <a:pt x="0" y="242511"/>
                </a:lnTo>
                <a:close/>
              </a:path>
            </a:pathLst>
          </a:custGeom>
          <a:solidFill>
            <a:srgbClr val="F7F4E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8">
            <a:extLst>
              <a:ext uri="{FF2B5EF4-FFF2-40B4-BE49-F238E27FC236}">
                <a16:creationId xmlns:a16="http://schemas.microsoft.com/office/drawing/2014/main" id="{B3154B21-9752-1C8A-9F25-ADC6FC8BBC19}"/>
              </a:ext>
            </a:extLst>
          </p:cNvPr>
          <p:cNvSpPr>
            <a:spLocks noGrp="1"/>
          </p:cNvSpPr>
          <p:nvPr>
            <p:ph type="title" hasCustomPrompt="1"/>
          </p:nvPr>
        </p:nvSpPr>
        <p:spPr>
          <a:xfrm>
            <a:off x="462224" y="365124"/>
            <a:ext cx="4672484" cy="5289549"/>
          </a:xfrm>
        </p:spPr>
        <p:txBody>
          <a:bodyPr anchor="ctr"/>
          <a:lstStyle>
            <a:lvl1pPr>
              <a:defRPr sz="4400">
                <a:solidFill>
                  <a:schemeClr val="bg2"/>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A9A593A5-6BAC-AAA0-8E82-FBC4BF56DD81}"/>
              </a:ext>
            </a:extLst>
          </p:cNvPr>
          <p:cNvSpPr>
            <a:spLocks noGrp="1"/>
          </p:cNvSpPr>
          <p:nvPr>
            <p:ph type="body" sz="quarter" idx="15" hasCustomPrompt="1"/>
          </p:nvPr>
        </p:nvSpPr>
        <p:spPr>
          <a:xfrm>
            <a:off x="6096000" y="365124"/>
            <a:ext cx="5633776" cy="5289549"/>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4886E465-79B2-915B-74F3-D7AC2C616241}"/>
              </a:ext>
              <a:ext uri="{C183D7F6-B498-43B3-948B-1728B52AA6E4}">
                <adec:decorative xmlns:adec="http://schemas.microsoft.com/office/drawing/2017/decorative" val="1"/>
              </a:ext>
            </a:extLst>
          </p:cNvPr>
          <p:cNvSpPr/>
          <p:nvPr userDrawn="1"/>
        </p:nvSpPr>
        <p:spPr>
          <a:xfrm>
            <a:off x="0" y="0"/>
            <a:ext cx="232806" cy="6019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C9D98DE3-A7DB-0BC4-B985-25482ED8BD92}"/>
              </a:ext>
              <a:ext uri="{C183D7F6-B498-43B3-948B-1728B52AA6E4}">
                <adec:decorative xmlns:adec="http://schemas.microsoft.com/office/drawing/2017/decorative" val="1"/>
              </a:ext>
            </a:extLst>
          </p:cNvPr>
          <p:cNvSpPr>
            <a:spLocks noGrp="1"/>
          </p:cNvSpPr>
          <p:nvPr>
            <p:ph type="sldNum" sz="quarter" idx="16"/>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25939354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and Small Photo">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D53A41D0-6B3B-F175-370A-662661BB11EE}"/>
              </a:ext>
              <a:ext uri="{C183D7F6-B498-43B3-948B-1728B52AA6E4}">
                <adec:decorative xmlns:adec="http://schemas.microsoft.com/office/drawing/2017/decorative" val="1"/>
              </a:ext>
            </a:extLst>
          </p:cNvPr>
          <p:cNvSpPr>
            <a:spLocks noGrp="1"/>
          </p:cNvSpPr>
          <p:nvPr>
            <p:ph type="pic" sz="quarter" idx="12"/>
          </p:nvPr>
        </p:nvSpPr>
        <p:spPr>
          <a:xfrm>
            <a:off x="0" y="1"/>
            <a:ext cx="2564423" cy="6019800"/>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
        <p:nvSpPr>
          <p:cNvPr id="5" name="Title 4">
            <a:extLst>
              <a:ext uri="{FF2B5EF4-FFF2-40B4-BE49-F238E27FC236}">
                <a16:creationId xmlns:a16="http://schemas.microsoft.com/office/drawing/2014/main" id="{B60206D6-8D69-8E10-C4EE-E15342584C83}"/>
              </a:ext>
            </a:extLst>
          </p:cNvPr>
          <p:cNvSpPr>
            <a:spLocks noGrp="1"/>
          </p:cNvSpPr>
          <p:nvPr>
            <p:ph type="title"/>
          </p:nvPr>
        </p:nvSpPr>
        <p:spPr>
          <a:xfrm>
            <a:off x="2926080" y="365125"/>
            <a:ext cx="8803698" cy="720097"/>
          </a:xfrm>
        </p:spPr>
        <p:txBody>
          <a:bodyPr/>
          <a:lstStyle/>
          <a:p>
            <a:r>
              <a:rPr lang="en-US"/>
              <a:t>Click to edit Master title style</a:t>
            </a:r>
          </a:p>
        </p:txBody>
      </p:sp>
      <p:sp>
        <p:nvSpPr>
          <p:cNvPr id="4" name="Text Placeholder 3">
            <a:extLst>
              <a:ext uri="{FF2B5EF4-FFF2-40B4-BE49-F238E27FC236}">
                <a16:creationId xmlns:a16="http://schemas.microsoft.com/office/drawing/2014/main" id="{61C4593A-4428-3561-8EE6-6B2F7BF46F63}"/>
              </a:ext>
            </a:extLst>
          </p:cNvPr>
          <p:cNvSpPr>
            <a:spLocks noGrp="1"/>
          </p:cNvSpPr>
          <p:nvPr>
            <p:ph type="body" sz="quarter" idx="13"/>
          </p:nvPr>
        </p:nvSpPr>
        <p:spPr>
          <a:xfrm>
            <a:off x="2925763" y="1295400"/>
            <a:ext cx="8809037"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123CCE1-8DE8-0395-1E23-25092FAEA7D3}"/>
              </a:ext>
              <a:ext uri="{C183D7F6-B498-43B3-948B-1728B52AA6E4}">
                <adec:decorative xmlns:adec="http://schemas.microsoft.com/office/drawing/2017/decorative" val="1"/>
              </a:ext>
            </a:extLst>
          </p:cNvPr>
          <p:cNvSpPr>
            <a:spLocks noGrp="1"/>
          </p:cNvSpPr>
          <p:nvPr>
            <p:ph type="sldNum" sz="quarter" idx="14"/>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3662463824"/>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Two Secti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A5982D8-ABD8-122E-50A2-B69059DB33FB}"/>
              </a:ext>
            </a:extLst>
          </p:cNvPr>
          <p:cNvSpPr>
            <a:spLocks noGrp="1"/>
          </p:cNvSpPr>
          <p:nvPr>
            <p:ph type="title" hasCustomPrompt="1"/>
          </p:nvPr>
        </p:nvSpPr>
        <p:spPr>
          <a:xfrm>
            <a:off x="462224" y="365126"/>
            <a:ext cx="11267554" cy="477838"/>
          </a:xfrm>
        </p:spPr>
        <p:txBody>
          <a:bodyPr/>
          <a:lstStyle/>
          <a:p>
            <a:r>
              <a:rPr lang="en-US" dirty="0"/>
              <a:t>Click to edit master title style</a:t>
            </a:r>
          </a:p>
        </p:txBody>
      </p:sp>
      <p:sp>
        <p:nvSpPr>
          <p:cNvPr id="8" name="Text Placeholder 4">
            <a:extLst>
              <a:ext uri="{FF2B5EF4-FFF2-40B4-BE49-F238E27FC236}">
                <a16:creationId xmlns:a16="http://schemas.microsoft.com/office/drawing/2014/main" id="{33BA455C-0E89-F858-78A0-B0D8FFF113D5}"/>
              </a:ext>
            </a:extLst>
          </p:cNvPr>
          <p:cNvSpPr>
            <a:spLocks noGrp="1"/>
          </p:cNvSpPr>
          <p:nvPr>
            <p:ph type="body" sz="quarter" idx="14" hasCustomPrompt="1"/>
          </p:nvPr>
        </p:nvSpPr>
        <p:spPr>
          <a:xfrm>
            <a:off x="462224" y="842963"/>
            <a:ext cx="11277391" cy="409575"/>
          </a:xfrm>
        </p:spPr>
        <p:txBody>
          <a:bodyPr/>
          <a:lstStyle>
            <a:lvl1pPr marL="0" indent="0">
              <a:buNone/>
              <a:defRPr sz="1800">
                <a:solidFill>
                  <a:schemeClr val="tx2"/>
                </a:solidFill>
              </a:defRPr>
            </a:lvl1pPr>
          </a:lstStyle>
          <a:p>
            <a:pPr lvl="0"/>
            <a:r>
              <a:rPr lang="en-US" dirty="0"/>
              <a:t>Click to edit master text styles</a:t>
            </a:r>
          </a:p>
        </p:txBody>
      </p:sp>
      <p:sp>
        <p:nvSpPr>
          <p:cNvPr id="9" name="Content Placeholder 2">
            <a:extLst>
              <a:ext uri="{FF2B5EF4-FFF2-40B4-BE49-F238E27FC236}">
                <a16:creationId xmlns:a16="http://schemas.microsoft.com/office/drawing/2014/main" id="{74CE1F26-91F3-AD02-6A93-5A89D6591FDD}"/>
              </a:ext>
            </a:extLst>
          </p:cNvPr>
          <p:cNvSpPr>
            <a:spLocks noGrp="1"/>
          </p:cNvSpPr>
          <p:nvPr>
            <p:ph idx="1" hasCustomPrompt="1"/>
          </p:nvPr>
        </p:nvSpPr>
        <p:spPr>
          <a:xfrm>
            <a:off x="462224" y="1646239"/>
            <a:ext cx="5361707" cy="43425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8CE31B08-AA08-EB76-8B19-139F06BE37FF}"/>
              </a:ext>
            </a:extLst>
          </p:cNvPr>
          <p:cNvSpPr>
            <a:spLocks noGrp="1"/>
          </p:cNvSpPr>
          <p:nvPr>
            <p:ph idx="10" hasCustomPrompt="1"/>
          </p:nvPr>
        </p:nvSpPr>
        <p:spPr>
          <a:xfrm>
            <a:off x="6368069" y="1646238"/>
            <a:ext cx="5361707" cy="434257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1">
            <a:extLst>
              <a:ext uri="{FF2B5EF4-FFF2-40B4-BE49-F238E27FC236}">
                <a16:creationId xmlns:a16="http://schemas.microsoft.com/office/drawing/2014/main" id="{3111CF79-A683-2FFE-FC6A-F247521D0917}"/>
              </a:ext>
              <a:ext uri="{C183D7F6-B498-43B3-948B-1728B52AA6E4}">
                <adec:decorative xmlns:adec="http://schemas.microsoft.com/office/drawing/2017/decorative" val="1"/>
              </a:ext>
            </a:extLst>
          </p:cNvPr>
          <p:cNvSpPr>
            <a:spLocks noGrp="1"/>
          </p:cNvSpPr>
          <p:nvPr>
            <p:ph type="sldNum" sz="quarter" idx="15"/>
          </p:nvPr>
        </p:nvSpPr>
        <p:spPr/>
        <p:txBody>
          <a:bodyPr/>
          <a:lstStyle/>
          <a:p>
            <a:fld id="{E1134B45-AF8D-4DE1-B6B3-818C9AE12BDB}" type="slidenum">
              <a:rPr lang="en-US" smtClean="0"/>
              <a:pPr/>
              <a:t>‹#›</a:t>
            </a:fld>
            <a:endParaRPr lang="en-US" dirty="0"/>
          </a:p>
        </p:txBody>
      </p:sp>
      <p:cxnSp>
        <p:nvCxnSpPr>
          <p:cNvPr id="3" name="Straight Connector 2">
            <a:extLst>
              <a:ext uri="{FF2B5EF4-FFF2-40B4-BE49-F238E27FC236}">
                <a16:creationId xmlns:a16="http://schemas.microsoft.com/office/drawing/2014/main" id="{43EB0724-659D-2412-C731-45AF81F092C9}"/>
              </a:ext>
              <a:ext uri="{C183D7F6-B498-43B3-948B-1728B52AA6E4}">
                <adec:decorative xmlns:adec="http://schemas.microsoft.com/office/drawing/2017/decorative" val="1"/>
              </a:ext>
            </a:extLst>
          </p:cNvPr>
          <p:cNvCxnSpPr>
            <a:cxnSpLocks/>
          </p:cNvCxnSpPr>
          <p:nvPr userDrawn="1"/>
        </p:nvCxnSpPr>
        <p:spPr>
          <a:xfrm>
            <a:off x="6096000" y="1646238"/>
            <a:ext cx="0" cy="4373562"/>
          </a:xfrm>
          <a:prstGeom prst="line">
            <a:avLst/>
          </a:prstGeom>
          <a:ln w="12700">
            <a:solidFill>
              <a:schemeClr val="bg1">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6119419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Three Secti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3895DE-7D37-C357-C469-FD34336265F4}"/>
              </a:ext>
            </a:extLst>
          </p:cNvPr>
          <p:cNvSpPr>
            <a:spLocks noGrp="1"/>
          </p:cNvSpPr>
          <p:nvPr>
            <p:ph type="title" hasCustomPrompt="1"/>
          </p:nvPr>
        </p:nvSpPr>
        <p:spPr>
          <a:xfrm>
            <a:off x="462224" y="365126"/>
            <a:ext cx="11267554" cy="477838"/>
          </a:xfrm>
        </p:spPr>
        <p:txBody>
          <a:bodyPr/>
          <a:lstStyle/>
          <a:p>
            <a:r>
              <a:rPr lang="en-US" dirty="0"/>
              <a:t>Click to edit master title style</a:t>
            </a:r>
          </a:p>
        </p:txBody>
      </p:sp>
      <p:sp>
        <p:nvSpPr>
          <p:cNvPr id="6" name="Text Placeholder 4">
            <a:extLst>
              <a:ext uri="{FF2B5EF4-FFF2-40B4-BE49-F238E27FC236}">
                <a16:creationId xmlns:a16="http://schemas.microsoft.com/office/drawing/2014/main" id="{02272CBB-3EB5-5B63-49B1-EDF99305DD17}"/>
              </a:ext>
            </a:extLst>
          </p:cNvPr>
          <p:cNvSpPr>
            <a:spLocks noGrp="1"/>
          </p:cNvSpPr>
          <p:nvPr>
            <p:ph type="body" sz="quarter" idx="13" hasCustomPrompt="1"/>
          </p:nvPr>
        </p:nvSpPr>
        <p:spPr>
          <a:xfrm>
            <a:off x="462224" y="842963"/>
            <a:ext cx="11267554" cy="409575"/>
          </a:xfrm>
        </p:spPr>
        <p:txBody>
          <a:bodyPr/>
          <a:lstStyle>
            <a:lvl1pPr marL="0" indent="0">
              <a:buNone/>
              <a:defRPr sz="1800">
                <a:solidFill>
                  <a:schemeClr val="tx2"/>
                </a:solidFill>
              </a:defRPr>
            </a:lvl1pPr>
          </a:lstStyle>
          <a:p>
            <a:pPr lvl="0"/>
            <a:r>
              <a:rPr lang="en-US" dirty="0"/>
              <a:t>Click to edit master text styles</a:t>
            </a:r>
          </a:p>
        </p:txBody>
      </p:sp>
      <p:sp>
        <p:nvSpPr>
          <p:cNvPr id="20" name="Content Placeholder 19">
            <a:extLst>
              <a:ext uri="{FF2B5EF4-FFF2-40B4-BE49-F238E27FC236}">
                <a16:creationId xmlns:a16="http://schemas.microsoft.com/office/drawing/2014/main" id="{7A0EAEE0-77EB-A4D8-2049-7C5CDC438051}"/>
              </a:ext>
            </a:extLst>
          </p:cNvPr>
          <p:cNvSpPr>
            <a:spLocks noGrp="1"/>
          </p:cNvSpPr>
          <p:nvPr>
            <p:ph sz="quarter" idx="17" hasCustomPrompt="1"/>
          </p:nvPr>
        </p:nvSpPr>
        <p:spPr>
          <a:xfrm>
            <a:off x="462224" y="1543050"/>
            <a:ext cx="2292340" cy="1176338"/>
          </a:xfrm>
        </p:spPr>
        <p:txBody>
          <a:bodyPr/>
          <a:lstStyle>
            <a:lvl1pPr marL="0" indent="0">
              <a:buNone/>
              <a:defRPr>
                <a:solidFill>
                  <a:schemeClr val="bg2"/>
                </a:solidFill>
              </a:defRPr>
            </a:lvl1pPr>
          </a:lstStyle>
          <a:p>
            <a:pPr lvl="0"/>
            <a:r>
              <a:rPr lang="en-US" dirty="0"/>
              <a:t>Click to edit master text styles</a:t>
            </a:r>
          </a:p>
        </p:txBody>
      </p:sp>
      <p:sp>
        <p:nvSpPr>
          <p:cNvPr id="18" name="Text Placeholder 17">
            <a:extLst>
              <a:ext uri="{FF2B5EF4-FFF2-40B4-BE49-F238E27FC236}">
                <a16:creationId xmlns:a16="http://schemas.microsoft.com/office/drawing/2014/main" id="{1FB77148-1E31-05E2-8AEB-BD63A9313666}"/>
              </a:ext>
            </a:extLst>
          </p:cNvPr>
          <p:cNvSpPr>
            <a:spLocks noGrp="1"/>
          </p:cNvSpPr>
          <p:nvPr>
            <p:ph type="body" sz="quarter" idx="16" hasCustomPrompt="1"/>
          </p:nvPr>
        </p:nvSpPr>
        <p:spPr>
          <a:xfrm>
            <a:off x="3113590" y="1542876"/>
            <a:ext cx="8616186" cy="117716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21" name="Content Placeholder 19">
            <a:extLst>
              <a:ext uri="{FF2B5EF4-FFF2-40B4-BE49-F238E27FC236}">
                <a16:creationId xmlns:a16="http://schemas.microsoft.com/office/drawing/2014/main" id="{455750BE-059E-6E10-63F2-259766290B9A}"/>
              </a:ext>
            </a:extLst>
          </p:cNvPr>
          <p:cNvSpPr>
            <a:spLocks noGrp="1"/>
          </p:cNvSpPr>
          <p:nvPr>
            <p:ph sz="quarter" idx="18" hasCustomPrompt="1"/>
          </p:nvPr>
        </p:nvSpPr>
        <p:spPr>
          <a:xfrm>
            <a:off x="462224" y="3128133"/>
            <a:ext cx="2292340" cy="1176338"/>
          </a:xfrm>
        </p:spPr>
        <p:txBody>
          <a:bodyPr/>
          <a:lstStyle>
            <a:lvl1pPr marL="0" indent="0">
              <a:buNone/>
              <a:defRPr>
                <a:solidFill>
                  <a:schemeClr val="bg2"/>
                </a:solidFill>
              </a:defRPr>
            </a:lvl1pPr>
          </a:lstStyle>
          <a:p>
            <a:pPr lvl="0"/>
            <a:r>
              <a:rPr lang="en-US" dirty="0"/>
              <a:t>Click to edit master text styles</a:t>
            </a:r>
          </a:p>
        </p:txBody>
      </p:sp>
      <p:sp>
        <p:nvSpPr>
          <p:cNvPr id="22" name="Text Placeholder 17">
            <a:extLst>
              <a:ext uri="{FF2B5EF4-FFF2-40B4-BE49-F238E27FC236}">
                <a16:creationId xmlns:a16="http://schemas.microsoft.com/office/drawing/2014/main" id="{F366B78B-A5C5-4DB6-70E3-EBE3F9EB05F3}"/>
              </a:ext>
            </a:extLst>
          </p:cNvPr>
          <p:cNvSpPr>
            <a:spLocks noGrp="1"/>
          </p:cNvSpPr>
          <p:nvPr>
            <p:ph type="body" sz="quarter" idx="19" hasCustomPrompt="1"/>
          </p:nvPr>
        </p:nvSpPr>
        <p:spPr>
          <a:xfrm>
            <a:off x="3113590" y="3127959"/>
            <a:ext cx="8616186" cy="117716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23" name="Content Placeholder 19">
            <a:extLst>
              <a:ext uri="{FF2B5EF4-FFF2-40B4-BE49-F238E27FC236}">
                <a16:creationId xmlns:a16="http://schemas.microsoft.com/office/drawing/2014/main" id="{568B9665-6003-0956-329D-C15E3369E4B5}"/>
              </a:ext>
            </a:extLst>
          </p:cNvPr>
          <p:cNvSpPr>
            <a:spLocks noGrp="1"/>
          </p:cNvSpPr>
          <p:nvPr>
            <p:ph sz="quarter" idx="20" hasCustomPrompt="1"/>
          </p:nvPr>
        </p:nvSpPr>
        <p:spPr>
          <a:xfrm>
            <a:off x="462224" y="4656752"/>
            <a:ext cx="2292340" cy="1176338"/>
          </a:xfrm>
        </p:spPr>
        <p:txBody>
          <a:bodyPr/>
          <a:lstStyle>
            <a:lvl1pPr marL="0" indent="0">
              <a:buNone/>
              <a:defRPr>
                <a:solidFill>
                  <a:schemeClr val="bg2"/>
                </a:solidFill>
              </a:defRPr>
            </a:lvl1pPr>
          </a:lstStyle>
          <a:p>
            <a:pPr lvl="0"/>
            <a:r>
              <a:rPr lang="en-US" dirty="0"/>
              <a:t>Click to edit master text styles</a:t>
            </a:r>
          </a:p>
        </p:txBody>
      </p:sp>
      <p:sp>
        <p:nvSpPr>
          <p:cNvPr id="24" name="Text Placeholder 17">
            <a:extLst>
              <a:ext uri="{FF2B5EF4-FFF2-40B4-BE49-F238E27FC236}">
                <a16:creationId xmlns:a16="http://schemas.microsoft.com/office/drawing/2014/main" id="{8385434E-E89D-1F2C-BA91-F3BB9139158F}"/>
              </a:ext>
            </a:extLst>
          </p:cNvPr>
          <p:cNvSpPr>
            <a:spLocks noGrp="1"/>
          </p:cNvSpPr>
          <p:nvPr>
            <p:ph type="body" sz="quarter" idx="21" hasCustomPrompt="1"/>
          </p:nvPr>
        </p:nvSpPr>
        <p:spPr>
          <a:xfrm>
            <a:off x="3113590" y="4656578"/>
            <a:ext cx="8616186" cy="117716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2" name="Slide Number Placeholder 1">
            <a:extLst>
              <a:ext uri="{FF2B5EF4-FFF2-40B4-BE49-F238E27FC236}">
                <a16:creationId xmlns:a16="http://schemas.microsoft.com/office/drawing/2014/main" id="{38972C9B-D8D5-9DFB-43AC-FC475035BDF4}"/>
              </a:ext>
              <a:ext uri="{C183D7F6-B498-43B3-948B-1728B52AA6E4}">
                <adec:decorative xmlns:adec="http://schemas.microsoft.com/office/drawing/2017/decorative" val="1"/>
              </a:ext>
            </a:extLst>
          </p:cNvPr>
          <p:cNvSpPr>
            <a:spLocks noGrp="1"/>
          </p:cNvSpPr>
          <p:nvPr>
            <p:ph type="sldNum" sz="quarter" idx="14"/>
          </p:nvPr>
        </p:nvSpPr>
        <p:spPr/>
        <p:txBody>
          <a:bodyPr/>
          <a:lstStyle/>
          <a:p>
            <a:fld id="{E1134B45-AF8D-4DE1-B6B3-818C9AE12BDB}" type="slidenum">
              <a:rPr lang="en-US" smtClean="0"/>
              <a:pPr/>
              <a:t>‹#›</a:t>
            </a:fld>
            <a:endParaRPr lang="en-US" dirty="0"/>
          </a:p>
        </p:txBody>
      </p:sp>
      <p:cxnSp>
        <p:nvCxnSpPr>
          <p:cNvPr id="13" name="Straight Connector 12">
            <a:extLst>
              <a:ext uri="{FF2B5EF4-FFF2-40B4-BE49-F238E27FC236}">
                <a16:creationId xmlns:a16="http://schemas.microsoft.com/office/drawing/2014/main" id="{0CC33D44-1D74-4379-DC29-37A055CA2B72}"/>
              </a:ext>
              <a:ext uri="{C183D7F6-B498-43B3-948B-1728B52AA6E4}">
                <adec:decorative xmlns:adec="http://schemas.microsoft.com/office/drawing/2017/decorative" val="1"/>
              </a:ext>
            </a:extLst>
          </p:cNvPr>
          <p:cNvCxnSpPr>
            <a:cxnSpLocks/>
          </p:cNvCxnSpPr>
          <p:nvPr userDrawn="1"/>
        </p:nvCxnSpPr>
        <p:spPr>
          <a:xfrm>
            <a:off x="304800" y="2895116"/>
            <a:ext cx="11582399" cy="0"/>
          </a:xfrm>
          <a:prstGeom prst="line">
            <a:avLst/>
          </a:prstGeom>
          <a:ln w="12700">
            <a:solidFill>
              <a:schemeClr val="bg1">
                <a:lumMod val="7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1D38861-A9D2-D36F-2E26-52E524A3CBE7}"/>
              </a:ext>
              <a:ext uri="{C183D7F6-B498-43B3-948B-1728B52AA6E4}">
                <adec:decorative xmlns:adec="http://schemas.microsoft.com/office/drawing/2017/decorative" val="1"/>
              </a:ext>
            </a:extLst>
          </p:cNvPr>
          <p:cNvCxnSpPr>
            <a:cxnSpLocks/>
          </p:cNvCxnSpPr>
          <p:nvPr userDrawn="1"/>
        </p:nvCxnSpPr>
        <p:spPr>
          <a:xfrm>
            <a:off x="304800" y="4480848"/>
            <a:ext cx="11582399" cy="0"/>
          </a:xfrm>
          <a:prstGeom prst="line">
            <a:avLst/>
          </a:prstGeom>
          <a:ln w="12700">
            <a:solidFill>
              <a:schemeClr val="bg1">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3528715"/>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Four Secti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3895DE-7D37-C357-C469-FD34336265F4}"/>
              </a:ext>
            </a:extLst>
          </p:cNvPr>
          <p:cNvSpPr>
            <a:spLocks noGrp="1"/>
          </p:cNvSpPr>
          <p:nvPr>
            <p:ph type="title" hasCustomPrompt="1"/>
          </p:nvPr>
        </p:nvSpPr>
        <p:spPr>
          <a:xfrm>
            <a:off x="462224" y="365126"/>
            <a:ext cx="11267554" cy="477838"/>
          </a:xfrm>
        </p:spPr>
        <p:txBody>
          <a:bodyPr/>
          <a:lstStyle/>
          <a:p>
            <a:r>
              <a:rPr lang="en-US" dirty="0"/>
              <a:t>Click to edit master title style</a:t>
            </a:r>
          </a:p>
        </p:txBody>
      </p:sp>
      <p:sp>
        <p:nvSpPr>
          <p:cNvPr id="6" name="Text Placeholder 4">
            <a:extLst>
              <a:ext uri="{FF2B5EF4-FFF2-40B4-BE49-F238E27FC236}">
                <a16:creationId xmlns:a16="http://schemas.microsoft.com/office/drawing/2014/main" id="{02272CBB-3EB5-5B63-49B1-EDF99305DD17}"/>
              </a:ext>
            </a:extLst>
          </p:cNvPr>
          <p:cNvSpPr>
            <a:spLocks noGrp="1"/>
          </p:cNvSpPr>
          <p:nvPr>
            <p:ph type="body" sz="quarter" idx="13" hasCustomPrompt="1"/>
          </p:nvPr>
        </p:nvSpPr>
        <p:spPr>
          <a:xfrm>
            <a:off x="462224" y="842963"/>
            <a:ext cx="11267554" cy="409575"/>
          </a:xfrm>
        </p:spPr>
        <p:txBody>
          <a:bodyPr/>
          <a:lstStyle>
            <a:lvl1pPr marL="0" indent="0">
              <a:buNone/>
              <a:defRPr sz="1800">
                <a:solidFill>
                  <a:schemeClr val="tx2"/>
                </a:solidFill>
              </a:defRPr>
            </a:lvl1pPr>
          </a:lstStyle>
          <a:p>
            <a:pPr lvl="0"/>
            <a:r>
              <a:rPr lang="en-US" dirty="0"/>
              <a:t>Click to edit master text styles</a:t>
            </a:r>
          </a:p>
        </p:txBody>
      </p:sp>
      <p:sp>
        <p:nvSpPr>
          <p:cNvPr id="18" name="Text Placeholder 17">
            <a:extLst>
              <a:ext uri="{FF2B5EF4-FFF2-40B4-BE49-F238E27FC236}">
                <a16:creationId xmlns:a16="http://schemas.microsoft.com/office/drawing/2014/main" id="{1FB77148-1E31-05E2-8AEB-BD63A9313666}"/>
              </a:ext>
            </a:extLst>
          </p:cNvPr>
          <p:cNvSpPr>
            <a:spLocks noGrp="1"/>
          </p:cNvSpPr>
          <p:nvPr>
            <p:ph type="body" sz="quarter" idx="16" hasCustomPrompt="1"/>
          </p:nvPr>
        </p:nvSpPr>
        <p:spPr>
          <a:xfrm>
            <a:off x="462224" y="1646238"/>
            <a:ext cx="5361706" cy="1903225"/>
          </a:xfrm>
        </p:spPr>
        <p:txBody>
          <a:bodyPr/>
          <a:lstStyle>
            <a:lvl1pPr>
              <a:defRPr sz="1600"/>
            </a:lvl1pPr>
            <a:lvl2pPr>
              <a:defRPr sz="1400"/>
            </a:lvl2pPr>
            <a:lvl3pPr>
              <a:defRPr sz="1200"/>
            </a:lvl3pPr>
          </a:lstStyle>
          <a:p>
            <a:pPr lvl="0"/>
            <a:r>
              <a:rPr lang="en-US" dirty="0"/>
              <a:t>Click to edit master text styles</a:t>
            </a:r>
          </a:p>
          <a:p>
            <a:pPr lvl="1"/>
            <a:r>
              <a:rPr lang="en-US" dirty="0"/>
              <a:t>Second level</a:t>
            </a:r>
          </a:p>
          <a:p>
            <a:pPr lvl="2"/>
            <a:r>
              <a:rPr lang="en-US" dirty="0"/>
              <a:t>Third level</a:t>
            </a:r>
          </a:p>
        </p:txBody>
      </p:sp>
      <p:sp>
        <p:nvSpPr>
          <p:cNvPr id="8" name="Text Placeholder 17">
            <a:extLst>
              <a:ext uri="{FF2B5EF4-FFF2-40B4-BE49-F238E27FC236}">
                <a16:creationId xmlns:a16="http://schemas.microsoft.com/office/drawing/2014/main" id="{3234FFC8-8CBB-85B7-0135-6847A8D70F36}"/>
              </a:ext>
            </a:extLst>
          </p:cNvPr>
          <p:cNvSpPr>
            <a:spLocks noGrp="1"/>
          </p:cNvSpPr>
          <p:nvPr>
            <p:ph type="body" sz="quarter" idx="17" hasCustomPrompt="1"/>
          </p:nvPr>
        </p:nvSpPr>
        <p:spPr>
          <a:xfrm>
            <a:off x="6368070" y="1646238"/>
            <a:ext cx="5361706" cy="1903225"/>
          </a:xfrm>
        </p:spPr>
        <p:txBody>
          <a:bodyPr/>
          <a:lstStyle>
            <a:lvl1pPr>
              <a:defRPr sz="1600"/>
            </a:lvl1pPr>
            <a:lvl2pPr>
              <a:defRPr sz="1400"/>
            </a:lvl2pPr>
            <a:lvl3pPr>
              <a:defRPr sz="1200"/>
            </a:lvl3pPr>
          </a:lstStyle>
          <a:p>
            <a:pPr lvl="0"/>
            <a:r>
              <a:rPr lang="en-US" dirty="0"/>
              <a:t>Click to edit master text styles</a:t>
            </a:r>
          </a:p>
          <a:p>
            <a:pPr lvl="1"/>
            <a:r>
              <a:rPr lang="en-US" dirty="0"/>
              <a:t>Second level</a:t>
            </a:r>
          </a:p>
          <a:p>
            <a:pPr lvl="2"/>
            <a:r>
              <a:rPr lang="en-US" dirty="0"/>
              <a:t>Third level</a:t>
            </a:r>
          </a:p>
        </p:txBody>
      </p:sp>
      <p:sp>
        <p:nvSpPr>
          <p:cNvPr id="9" name="Text Placeholder 17">
            <a:extLst>
              <a:ext uri="{FF2B5EF4-FFF2-40B4-BE49-F238E27FC236}">
                <a16:creationId xmlns:a16="http://schemas.microsoft.com/office/drawing/2014/main" id="{FE8DDB1D-DAF6-C33E-1A45-41EF9658BC65}"/>
              </a:ext>
            </a:extLst>
          </p:cNvPr>
          <p:cNvSpPr>
            <a:spLocks noGrp="1"/>
          </p:cNvSpPr>
          <p:nvPr>
            <p:ph type="body" sz="quarter" idx="18" hasCustomPrompt="1"/>
          </p:nvPr>
        </p:nvSpPr>
        <p:spPr>
          <a:xfrm>
            <a:off x="467248" y="4017685"/>
            <a:ext cx="5361706" cy="1903225"/>
          </a:xfrm>
        </p:spPr>
        <p:txBody>
          <a:bodyPr/>
          <a:lstStyle>
            <a:lvl1pPr>
              <a:defRPr sz="1600"/>
            </a:lvl1pPr>
            <a:lvl2pPr>
              <a:defRPr sz="1400"/>
            </a:lvl2pPr>
            <a:lvl3pPr>
              <a:defRPr sz="1200"/>
            </a:lvl3pPr>
          </a:lstStyle>
          <a:p>
            <a:pPr lvl="0"/>
            <a:r>
              <a:rPr lang="en-US" dirty="0"/>
              <a:t>Click to edit master text styles</a:t>
            </a:r>
          </a:p>
          <a:p>
            <a:pPr lvl="1"/>
            <a:r>
              <a:rPr lang="en-US" dirty="0"/>
              <a:t>Second level</a:t>
            </a:r>
          </a:p>
          <a:p>
            <a:pPr lvl="2"/>
            <a:r>
              <a:rPr lang="en-US" dirty="0"/>
              <a:t>Third level</a:t>
            </a:r>
          </a:p>
        </p:txBody>
      </p:sp>
      <p:sp>
        <p:nvSpPr>
          <p:cNvPr id="10" name="Text Placeholder 17">
            <a:extLst>
              <a:ext uri="{FF2B5EF4-FFF2-40B4-BE49-F238E27FC236}">
                <a16:creationId xmlns:a16="http://schemas.microsoft.com/office/drawing/2014/main" id="{F0291137-FAE5-EAD4-6F94-847620537F9D}"/>
              </a:ext>
            </a:extLst>
          </p:cNvPr>
          <p:cNvSpPr>
            <a:spLocks noGrp="1"/>
          </p:cNvSpPr>
          <p:nvPr>
            <p:ph type="body" sz="quarter" idx="19" hasCustomPrompt="1"/>
          </p:nvPr>
        </p:nvSpPr>
        <p:spPr>
          <a:xfrm>
            <a:off x="6373094" y="4017685"/>
            <a:ext cx="5361706" cy="1903225"/>
          </a:xfrm>
        </p:spPr>
        <p:txBody>
          <a:bodyPr/>
          <a:lstStyle>
            <a:lvl1pPr>
              <a:defRPr sz="1600"/>
            </a:lvl1pPr>
            <a:lvl2pPr>
              <a:defRPr sz="1400"/>
            </a:lvl2pPr>
            <a:lvl3pPr>
              <a:defRPr sz="1200"/>
            </a:lvl3pPr>
          </a:lstStyle>
          <a:p>
            <a:pPr lvl="0"/>
            <a:r>
              <a:rPr lang="en-US" dirty="0"/>
              <a:t>Click to edit master text styles</a:t>
            </a:r>
          </a:p>
          <a:p>
            <a:pPr lvl="1"/>
            <a:r>
              <a:rPr lang="en-US" dirty="0"/>
              <a:t>Second level</a:t>
            </a:r>
          </a:p>
          <a:p>
            <a:pPr lvl="2"/>
            <a:r>
              <a:rPr lang="en-US" dirty="0"/>
              <a:t>Third level</a:t>
            </a:r>
          </a:p>
        </p:txBody>
      </p:sp>
      <p:sp>
        <p:nvSpPr>
          <p:cNvPr id="2" name="Slide Number Placeholder 1">
            <a:extLst>
              <a:ext uri="{FF2B5EF4-FFF2-40B4-BE49-F238E27FC236}">
                <a16:creationId xmlns:a16="http://schemas.microsoft.com/office/drawing/2014/main" id="{38972C9B-D8D5-9DFB-43AC-FC475035BDF4}"/>
              </a:ext>
              <a:ext uri="{C183D7F6-B498-43B3-948B-1728B52AA6E4}">
                <adec:decorative xmlns:adec="http://schemas.microsoft.com/office/drawing/2017/decorative" val="1"/>
              </a:ext>
            </a:extLst>
          </p:cNvPr>
          <p:cNvSpPr>
            <a:spLocks noGrp="1"/>
          </p:cNvSpPr>
          <p:nvPr>
            <p:ph type="sldNum" sz="quarter" idx="14"/>
          </p:nvPr>
        </p:nvSpPr>
        <p:spPr/>
        <p:txBody>
          <a:bodyPr/>
          <a:lstStyle/>
          <a:p>
            <a:fld id="{E1134B45-AF8D-4DE1-B6B3-818C9AE12BDB}" type="slidenum">
              <a:rPr lang="en-US" smtClean="0"/>
              <a:pPr/>
              <a:t>‹#›</a:t>
            </a:fld>
            <a:endParaRPr lang="en-US" dirty="0"/>
          </a:p>
        </p:txBody>
      </p:sp>
      <p:cxnSp>
        <p:nvCxnSpPr>
          <p:cNvPr id="3" name="Straight Connector 2">
            <a:extLst>
              <a:ext uri="{FF2B5EF4-FFF2-40B4-BE49-F238E27FC236}">
                <a16:creationId xmlns:a16="http://schemas.microsoft.com/office/drawing/2014/main" id="{EDC6807C-7BA5-8D1D-F4CD-F0F8C8CD60D7}"/>
              </a:ext>
              <a:ext uri="{C183D7F6-B498-43B3-948B-1728B52AA6E4}">
                <adec:decorative xmlns:adec="http://schemas.microsoft.com/office/drawing/2017/decorative" val="1"/>
              </a:ext>
            </a:extLst>
          </p:cNvPr>
          <p:cNvCxnSpPr>
            <a:cxnSpLocks/>
          </p:cNvCxnSpPr>
          <p:nvPr userDrawn="1"/>
        </p:nvCxnSpPr>
        <p:spPr>
          <a:xfrm flipV="1">
            <a:off x="6096000" y="1542890"/>
            <a:ext cx="0" cy="4568543"/>
          </a:xfrm>
          <a:prstGeom prst="line">
            <a:avLst/>
          </a:prstGeom>
          <a:ln w="12700">
            <a:solidFill>
              <a:schemeClr val="bg1">
                <a:lumMod val="75000"/>
              </a:schemeClr>
            </a:solidFill>
          </a:ln>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DFD892FE-2A7D-C8CB-E322-3AFBF7ABA41A}"/>
              </a:ext>
              <a:ext uri="{C183D7F6-B498-43B3-948B-1728B52AA6E4}">
                <adec:decorative xmlns:adec="http://schemas.microsoft.com/office/drawing/2017/decorative" val="1"/>
              </a:ext>
            </a:extLst>
          </p:cNvPr>
          <p:cNvCxnSpPr>
            <a:cxnSpLocks/>
          </p:cNvCxnSpPr>
          <p:nvPr userDrawn="1"/>
        </p:nvCxnSpPr>
        <p:spPr>
          <a:xfrm>
            <a:off x="304800" y="3827161"/>
            <a:ext cx="11582399" cy="0"/>
          </a:xfrm>
          <a:prstGeom prst="line">
            <a:avLst/>
          </a:prstGeom>
          <a:ln w="12700">
            <a:solidFill>
              <a:schemeClr val="bg1">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9338821"/>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Quot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C064A4-85CE-14C1-9A06-6D8BC69D47A5}"/>
              </a:ext>
              <a:ext uri="{C183D7F6-B498-43B3-948B-1728B52AA6E4}">
                <adec:decorative xmlns:adec="http://schemas.microsoft.com/office/drawing/2017/decorative" val="1"/>
              </a:ext>
            </a:extLst>
          </p:cNvPr>
          <p:cNvSpPr/>
          <p:nvPr userDrawn="1"/>
        </p:nvSpPr>
        <p:spPr>
          <a:xfrm>
            <a:off x="0" y="-1"/>
            <a:ext cx="12192000" cy="60198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5">
            <a:extLst>
              <a:ext uri="{FF2B5EF4-FFF2-40B4-BE49-F238E27FC236}">
                <a16:creationId xmlns:a16="http://schemas.microsoft.com/office/drawing/2014/main" id="{4DA7A224-D3CC-AE38-5532-39CAEC02941C}"/>
              </a:ext>
              <a:ext uri="{C183D7F6-B498-43B3-948B-1728B52AA6E4}">
                <adec:decorative xmlns:adec="http://schemas.microsoft.com/office/drawing/2017/decorative" val="1"/>
              </a:ext>
            </a:extLst>
          </p:cNvPr>
          <p:cNvSpPr/>
          <p:nvPr userDrawn="1"/>
        </p:nvSpPr>
        <p:spPr>
          <a:xfrm>
            <a:off x="1362752" y="959153"/>
            <a:ext cx="9466496" cy="4199467"/>
          </a:xfrm>
          <a:prstGeom prst="roundRect">
            <a:avLst>
              <a:gd name="adj" fmla="val 5534"/>
            </a:avLst>
          </a:prstGeom>
          <a:solidFill>
            <a:srgbClr val="F7F4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C0FDFE-80DF-8D8D-6DAE-86882FD83C74}"/>
              </a:ext>
            </a:extLst>
          </p:cNvPr>
          <p:cNvSpPr>
            <a:spLocks noGrp="1"/>
          </p:cNvSpPr>
          <p:nvPr>
            <p:ph type="title" hasCustomPrompt="1"/>
          </p:nvPr>
        </p:nvSpPr>
        <p:spPr>
          <a:xfrm>
            <a:off x="1758692" y="1308768"/>
            <a:ext cx="8651393" cy="2590216"/>
          </a:xfrm>
        </p:spPr>
        <p:txBody>
          <a:bodyPr anchor="t"/>
          <a:lstStyle>
            <a:lvl1pPr>
              <a:defRPr sz="3600">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3E9F2286-3A7F-A36A-0CAE-13B7E2A97B6E}"/>
              </a:ext>
            </a:extLst>
          </p:cNvPr>
          <p:cNvSpPr>
            <a:spLocks noGrp="1"/>
          </p:cNvSpPr>
          <p:nvPr>
            <p:ph type="body" sz="quarter" idx="13"/>
          </p:nvPr>
        </p:nvSpPr>
        <p:spPr>
          <a:xfrm>
            <a:off x="1758949" y="4140200"/>
            <a:ext cx="8651136" cy="765175"/>
          </a:xfrm>
        </p:spPr>
        <p:txBody>
          <a:bodyPr anchor="b"/>
          <a:lstStyle>
            <a:lvl1pPr marL="0" indent="0">
              <a:buNone/>
              <a:defRPr lang="en-US" sz="1600" kern="1200" dirty="0" smtClean="0">
                <a:solidFill>
                  <a:srgbClr val="033F13"/>
                </a:solidFill>
                <a:latin typeface="+mn-lt"/>
                <a:ea typeface="+mn-ea"/>
                <a:cs typeface="+mn-cs"/>
              </a:defRPr>
            </a:lvl1pPr>
          </a:lstStyle>
          <a:p>
            <a:pPr lvl="0"/>
            <a:r>
              <a:rPr lang="en-US" dirty="0"/>
              <a:t>Click to edit Master text styles</a:t>
            </a:r>
          </a:p>
        </p:txBody>
      </p:sp>
      <p:sp>
        <p:nvSpPr>
          <p:cNvPr id="3" name="Slide Number Placeholder 2">
            <a:extLst>
              <a:ext uri="{FF2B5EF4-FFF2-40B4-BE49-F238E27FC236}">
                <a16:creationId xmlns:a16="http://schemas.microsoft.com/office/drawing/2014/main" id="{063C109E-C064-B4C5-2B8E-47BCACAB5AFD}"/>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17399966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Quot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C064A4-85CE-14C1-9A06-6D8BC69D47A5}"/>
              </a:ext>
              <a:ext uri="{C183D7F6-B498-43B3-948B-1728B52AA6E4}">
                <adec:decorative xmlns:adec="http://schemas.microsoft.com/office/drawing/2017/decorative" val="1"/>
              </a:ext>
            </a:extLst>
          </p:cNvPr>
          <p:cNvSpPr/>
          <p:nvPr userDrawn="1"/>
        </p:nvSpPr>
        <p:spPr>
          <a:xfrm>
            <a:off x="0" y="-1"/>
            <a:ext cx="12192000" cy="60198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45">
            <a:extLst>
              <a:ext uri="{FF2B5EF4-FFF2-40B4-BE49-F238E27FC236}">
                <a16:creationId xmlns:a16="http://schemas.microsoft.com/office/drawing/2014/main" id="{C8F7D5A8-104B-6E00-EA7A-C69A061016AC}"/>
              </a:ext>
              <a:ext uri="{C183D7F6-B498-43B3-948B-1728B52AA6E4}">
                <adec:decorative xmlns:adec="http://schemas.microsoft.com/office/drawing/2017/decorative" val="1"/>
              </a:ext>
            </a:extLst>
          </p:cNvPr>
          <p:cNvSpPr/>
          <p:nvPr userDrawn="1"/>
        </p:nvSpPr>
        <p:spPr>
          <a:xfrm>
            <a:off x="2184224" y="959153"/>
            <a:ext cx="7829921" cy="4199467"/>
          </a:xfrm>
          <a:prstGeom prst="roundRect">
            <a:avLst>
              <a:gd name="adj" fmla="val 5534"/>
            </a:avLst>
          </a:prstGeom>
          <a:solidFill>
            <a:srgbClr val="F7F4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C0FDFE-80DF-8D8D-6DAE-86882FD83C74}"/>
              </a:ext>
            </a:extLst>
          </p:cNvPr>
          <p:cNvSpPr>
            <a:spLocks noGrp="1"/>
          </p:cNvSpPr>
          <p:nvPr>
            <p:ph type="title" hasCustomPrompt="1"/>
          </p:nvPr>
        </p:nvSpPr>
        <p:spPr>
          <a:xfrm>
            <a:off x="2604532" y="1308768"/>
            <a:ext cx="6982936" cy="2590216"/>
          </a:xfrm>
        </p:spPr>
        <p:txBody>
          <a:bodyPr anchor="t"/>
          <a:lstStyle>
            <a:lvl1pPr>
              <a:defRPr sz="3200">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3E9F2286-3A7F-A36A-0CAE-13B7E2A97B6E}"/>
              </a:ext>
            </a:extLst>
          </p:cNvPr>
          <p:cNvSpPr>
            <a:spLocks noGrp="1"/>
          </p:cNvSpPr>
          <p:nvPr>
            <p:ph type="body" sz="quarter" idx="13"/>
          </p:nvPr>
        </p:nvSpPr>
        <p:spPr>
          <a:xfrm>
            <a:off x="2604507" y="4140200"/>
            <a:ext cx="6982728" cy="765175"/>
          </a:xfrm>
        </p:spPr>
        <p:txBody>
          <a:bodyPr anchor="b"/>
          <a:lstStyle>
            <a:lvl1pPr marL="0" indent="0">
              <a:buNone/>
              <a:defRPr lang="en-US" sz="1600" kern="1200" dirty="0" smtClean="0">
                <a:solidFill>
                  <a:srgbClr val="033F13"/>
                </a:solidFill>
                <a:latin typeface="+mn-lt"/>
                <a:ea typeface="+mn-ea"/>
                <a:cs typeface="+mn-cs"/>
              </a:defRPr>
            </a:lvl1pPr>
          </a:lstStyle>
          <a:p>
            <a:pPr lvl="0"/>
            <a:r>
              <a:rPr lang="en-US" dirty="0"/>
              <a:t>Click to edit Master text styles</a:t>
            </a:r>
          </a:p>
        </p:txBody>
      </p:sp>
      <p:sp>
        <p:nvSpPr>
          <p:cNvPr id="3" name="Slide Number Placeholder 2">
            <a:extLst>
              <a:ext uri="{FF2B5EF4-FFF2-40B4-BE49-F238E27FC236}">
                <a16:creationId xmlns:a16="http://schemas.microsoft.com/office/drawing/2014/main" id="{063C109E-C064-B4C5-2B8E-47BCACAB5AFD}"/>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30665276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Quote with Photo">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F78CBD6-2AE8-9090-9163-417278EDA45B}"/>
              </a:ext>
              <a:ext uri="{C183D7F6-B498-43B3-948B-1728B52AA6E4}">
                <adec:decorative xmlns:adec="http://schemas.microsoft.com/office/drawing/2017/decorative" val="1"/>
              </a:ext>
            </a:extLst>
          </p:cNvPr>
          <p:cNvSpPr>
            <a:spLocks noGrp="1"/>
          </p:cNvSpPr>
          <p:nvPr>
            <p:ph type="pic" sz="quarter" idx="12"/>
          </p:nvPr>
        </p:nvSpPr>
        <p:spPr>
          <a:xfrm>
            <a:off x="457200" y="1"/>
            <a:ext cx="4294909" cy="6019799"/>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
        <p:nvSpPr>
          <p:cNvPr id="2" name="Title 1">
            <a:extLst>
              <a:ext uri="{FF2B5EF4-FFF2-40B4-BE49-F238E27FC236}">
                <a16:creationId xmlns:a16="http://schemas.microsoft.com/office/drawing/2014/main" id="{A321779E-20CC-61E9-0D0C-32BD0F51F5FF}"/>
              </a:ext>
            </a:extLst>
          </p:cNvPr>
          <p:cNvSpPr>
            <a:spLocks noGrp="1"/>
          </p:cNvSpPr>
          <p:nvPr>
            <p:ph type="ctrTitle" hasCustomPrompt="1"/>
          </p:nvPr>
        </p:nvSpPr>
        <p:spPr>
          <a:xfrm>
            <a:off x="5194154" y="1620965"/>
            <a:ext cx="6266161" cy="2720028"/>
          </a:xfrm>
        </p:spPr>
        <p:txBody>
          <a:bodyPr anchor="t"/>
          <a:lstStyle>
            <a:lvl1pPr algn="l">
              <a:defRPr sz="3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A424BE4E-D4B5-B1A2-2452-9EE348D77A2A}"/>
              </a:ext>
            </a:extLst>
          </p:cNvPr>
          <p:cNvSpPr>
            <a:spLocks noGrp="1"/>
          </p:cNvSpPr>
          <p:nvPr>
            <p:ph type="subTitle" idx="1" hasCustomPrompt="1"/>
          </p:nvPr>
        </p:nvSpPr>
        <p:spPr>
          <a:xfrm>
            <a:off x="5194154" y="4471123"/>
            <a:ext cx="6266161" cy="765216"/>
          </a:xfrm>
        </p:spPr>
        <p:txBody>
          <a:bodyPr anchor="b"/>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Slide Number Placeholder 9">
            <a:extLst>
              <a:ext uri="{FF2B5EF4-FFF2-40B4-BE49-F238E27FC236}">
                <a16:creationId xmlns:a16="http://schemas.microsoft.com/office/drawing/2014/main" id="{FEA1D1E0-F712-00C0-F005-5D479479380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
        <p:nvSpPr>
          <p:cNvPr id="6" name="Rectangle 5">
            <a:extLst>
              <a:ext uri="{FF2B5EF4-FFF2-40B4-BE49-F238E27FC236}">
                <a16:creationId xmlns:a16="http://schemas.microsoft.com/office/drawing/2014/main" id="{ED933413-85A0-08A5-DD78-D28AF02ECE43}"/>
              </a:ext>
              <a:ext uri="{C183D7F6-B498-43B3-948B-1728B52AA6E4}">
                <adec:decorative xmlns:adec="http://schemas.microsoft.com/office/drawing/2017/decorative" val="1"/>
              </a:ext>
            </a:extLst>
          </p:cNvPr>
          <p:cNvSpPr/>
          <p:nvPr userDrawn="1"/>
        </p:nvSpPr>
        <p:spPr>
          <a:xfrm>
            <a:off x="0" y="0"/>
            <a:ext cx="457200" cy="6019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20583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ata Slide">
    <p:bg>
      <p:bgPr>
        <a:solidFill>
          <a:schemeClr val="bg1"/>
        </a:solidFill>
        <a:effectLst/>
      </p:bgPr>
    </p:bg>
    <p:spTree>
      <p:nvGrpSpPr>
        <p:cNvPr id="1" name=""/>
        <p:cNvGrpSpPr/>
        <p:nvPr/>
      </p:nvGrpSpPr>
      <p:grpSpPr>
        <a:xfrm>
          <a:off x="0" y="0"/>
          <a:ext cx="0" cy="0"/>
          <a:chOff x="0" y="0"/>
          <a:chExt cx="0" cy="0"/>
        </a:xfrm>
      </p:grpSpPr>
      <p:sp>
        <p:nvSpPr>
          <p:cNvPr id="4" name="Rounded Rectangle 7">
            <a:extLst>
              <a:ext uri="{FF2B5EF4-FFF2-40B4-BE49-F238E27FC236}">
                <a16:creationId xmlns:a16="http://schemas.microsoft.com/office/drawing/2014/main" id="{FB6126ED-058E-916B-065B-A5B6C5FD2E04}"/>
              </a:ext>
              <a:ext uri="{C183D7F6-B498-43B3-948B-1728B52AA6E4}">
                <adec:decorative xmlns:adec="http://schemas.microsoft.com/office/drawing/2017/decorative" val="1"/>
              </a:ext>
            </a:extLst>
          </p:cNvPr>
          <p:cNvSpPr/>
          <p:nvPr userDrawn="1"/>
        </p:nvSpPr>
        <p:spPr>
          <a:xfrm>
            <a:off x="298840" y="2702852"/>
            <a:ext cx="11893160" cy="3162638"/>
          </a:xfrm>
          <a:prstGeom prst="roundRect">
            <a:avLst>
              <a:gd name="adj" fmla="val 0"/>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mn-lt"/>
            </a:endParaRPr>
          </a:p>
        </p:txBody>
      </p:sp>
      <p:sp>
        <p:nvSpPr>
          <p:cNvPr id="5" name="Rounded Rectangle 3">
            <a:extLst>
              <a:ext uri="{FF2B5EF4-FFF2-40B4-BE49-F238E27FC236}">
                <a16:creationId xmlns:a16="http://schemas.microsoft.com/office/drawing/2014/main" id="{84579C59-DDB3-A8C1-2E1C-2E2CFA9B379A}"/>
              </a:ext>
              <a:ext uri="{C183D7F6-B498-43B3-948B-1728B52AA6E4}">
                <adec:decorative xmlns:adec="http://schemas.microsoft.com/office/drawing/2017/decorative" val="1"/>
              </a:ext>
            </a:extLst>
          </p:cNvPr>
          <p:cNvSpPr/>
          <p:nvPr userDrawn="1"/>
        </p:nvSpPr>
        <p:spPr>
          <a:xfrm>
            <a:off x="298839" y="1780993"/>
            <a:ext cx="11893163" cy="921859"/>
          </a:xfrm>
          <a:prstGeom prst="roundRect">
            <a:avLst>
              <a:gd name="adj" fmla="val 0"/>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mn-lt"/>
            </a:endParaRPr>
          </a:p>
        </p:txBody>
      </p:sp>
      <p:sp>
        <p:nvSpPr>
          <p:cNvPr id="8" name="Title 7">
            <a:extLst>
              <a:ext uri="{FF2B5EF4-FFF2-40B4-BE49-F238E27FC236}">
                <a16:creationId xmlns:a16="http://schemas.microsoft.com/office/drawing/2014/main" id="{067EB330-5241-7657-8B12-41B3200F8FA1}"/>
              </a:ext>
            </a:extLst>
          </p:cNvPr>
          <p:cNvSpPr>
            <a:spLocks noGrp="1"/>
          </p:cNvSpPr>
          <p:nvPr>
            <p:ph type="title" hasCustomPrompt="1"/>
          </p:nvPr>
        </p:nvSpPr>
        <p:spPr>
          <a:xfrm>
            <a:off x="462223" y="365125"/>
            <a:ext cx="11267554" cy="720097"/>
          </a:xfrm>
        </p:spPr>
        <p:txBody>
          <a:bodyPr/>
          <a:lstStyle/>
          <a:p>
            <a:r>
              <a:rPr lang="en-US" dirty="0"/>
              <a:t>Click to edit master title style</a:t>
            </a:r>
          </a:p>
        </p:txBody>
      </p:sp>
      <p:sp>
        <p:nvSpPr>
          <p:cNvPr id="9" name="Text Placeholder 4">
            <a:extLst>
              <a:ext uri="{FF2B5EF4-FFF2-40B4-BE49-F238E27FC236}">
                <a16:creationId xmlns:a16="http://schemas.microsoft.com/office/drawing/2014/main" id="{6A2A3BA4-B7EA-9E43-AD6F-19D0484EC607}"/>
              </a:ext>
            </a:extLst>
          </p:cNvPr>
          <p:cNvSpPr>
            <a:spLocks noGrp="1"/>
          </p:cNvSpPr>
          <p:nvPr>
            <p:ph type="body" sz="quarter" idx="13" hasCustomPrompt="1"/>
          </p:nvPr>
        </p:nvSpPr>
        <p:spPr>
          <a:xfrm>
            <a:off x="462223" y="842963"/>
            <a:ext cx="11267554" cy="409575"/>
          </a:xfrm>
        </p:spPr>
        <p:txBody>
          <a:bodyPr/>
          <a:lstStyle>
            <a:lvl1pPr marL="0" indent="0">
              <a:buNone/>
              <a:defRPr sz="1800">
                <a:solidFill>
                  <a:schemeClr val="tx2"/>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39B28974-66BA-1087-FEFF-6BAA06BC5814}"/>
              </a:ext>
              <a:ext uri="{C183D7F6-B498-43B3-948B-1728B52AA6E4}">
                <adec:decorative xmlns:adec="http://schemas.microsoft.com/office/drawing/2017/decorative" val="1"/>
              </a:ext>
            </a:extLst>
          </p:cNvPr>
          <p:cNvCxnSpPr>
            <a:cxnSpLocks/>
          </p:cNvCxnSpPr>
          <p:nvPr userDrawn="1"/>
        </p:nvCxnSpPr>
        <p:spPr>
          <a:xfrm>
            <a:off x="6244627" y="4284171"/>
            <a:ext cx="0" cy="158555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1932177-4888-744A-F7D3-CDF1636147C6}"/>
              </a:ext>
              <a:ext uri="{C183D7F6-B498-43B3-948B-1728B52AA6E4}">
                <adec:decorative xmlns:adec="http://schemas.microsoft.com/office/drawing/2017/decorative" val="1"/>
              </a:ext>
            </a:extLst>
          </p:cNvPr>
          <p:cNvCxnSpPr>
            <a:cxnSpLocks/>
          </p:cNvCxnSpPr>
          <p:nvPr userDrawn="1"/>
        </p:nvCxnSpPr>
        <p:spPr>
          <a:xfrm>
            <a:off x="298840" y="4284171"/>
            <a:ext cx="1189316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C3DD94B-50D2-D9EC-B45B-114E990AF878}"/>
              </a:ext>
              <a:ext uri="{C183D7F6-B498-43B3-948B-1728B52AA6E4}">
                <adec:decorative xmlns:adec="http://schemas.microsoft.com/office/drawing/2017/decorative" val="1"/>
              </a:ext>
            </a:extLst>
          </p:cNvPr>
          <p:cNvCxnSpPr>
            <a:cxnSpLocks/>
          </p:cNvCxnSpPr>
          <p:nvPr userDrawn="1"/>
        </p:nvCxnSpPr>
        <p:spPr>
          <a:xfrm>
            <a:off x="4262698" y="2702852"/>
            <a:ext cx="0" cy="15813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D52623B-765C-F5F7-4F4D-6311B57A62A1}"/>
              </a:ext>
              <a:ext uri="{C183D7F6-B498-43B3-948B-1728B52AA6E4}">
                <adec:decorative xmlns:adec="http://schemas.microsoft.com/office/drawing/2017/decorative" val="1"/>
              </a:ext>
            </a:extLst>
          </p:cNvPr>
          <p:cNvCxnSpPr>
            <a:cxnSpLocks/>
          </p:cNvCxnSpPr>
          <p:nvPr userDrawn="1"/>
        </p:nvCxnSpPr>
        <p:spPr>
          <a:xfrm>
            <a:off x="8226773" y="2702852"/>
            <a:ext cx="0" cy="15813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EB8480E5-4921-AF4D-9816-4EADF6F0AAEA}"/>
              </a:ext>
            </a:extLst>
          </p:cNvPr>
          <p:cNvSpPr>
            <a:spLocks noGrp="1"/>
          </p:cNvSpPr>
          <p:nvPr>
            <p:ph type="body" sz="quarter" idx="38" hasCustomPrompt="1"/>
          </p:nvPr>
        </p:nvSpPr>
        <p:spPr>
          <a:xfrm>
            <a:off x="462223" y="1946275"/>
            <a:ext cx="7161559" cy="584200"/>
          </a:xfrm>
        </p:spPr>
        <p:txBody>
          <a:bodyPr anchor="ctr"/>
          <a:lstStyle>
            <a:lvl1pPr marL="0" indent="0">
              <a:buNone/>
              <a:defRPr lang="en-US" sz="18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29" name="Text Placeholder 26">
            <a:extLst>
              <a:ext uri="{FF2B5EF4-FFF2-40B4-BE49-F238E27FC236}">
                <a16:creationId xmlns:a16="http://schemas.microsoft.com/office/drawing/2014/main" id="{57ABFDB0-8844-75D1-07ED-4376F8C7B450}"/>
              </a:ext>
            </a:extLst>
          </p:cNvPr>
          <p:cNvSpPr>
            <a:spLocks noGrp="1"/>
          </p:cNvSpPr>
          <p:nvPr>
            <p:ph type="body" sz="quarter" idx="40" hasCustomPrompt="1"/>
          </p:nvPr>
        </p:nvSpPr>
        <p:spPr>
          <a:xfrm>
            <a:off x="908682" y="2912884"/>
            <a:ext cx="2533982" cy="538608"/>
          </a:xfrm>
        </p:spPr>
        <p:txBody>
          <a:bodyPr anchor="ctr"/>
          <a:lstStyle>
            <a:lvl1pPr marL="0" indent="0" algn="ctr">
              <a:buNone/>
              <a:defRPr lang="en-US" sz="32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28" name="Text Placeholder 26">
            <a:extLst>
              <a:ext uri="{FF2B5EF4-FFF2-40B4-BE49-F238E27FC236}">
                <a16:creationId xmlns:a16="http://schemas.microsoft.com/office/drawing/2014/main" id="{FF15DF1F-BF18-7478-6616-F9D3F9308BBA}"/>
              </a:ext>
            </a:extLst>
          </p:cNvPr>
          <p:cNvSpPr>
            <a:spLocks noGrp="1"/>
          </p:cNvSpPr>
          <p:nvPr>
            <p:ph type="body" sz="quarter" idx="39" hasCustomPrompt="1"/>
          </p:nvPr>
        </p:nvSpPr>
        <p:spPr>
          <a:xfrm>
            <a:off x="908682" y="3458313"/>
            <a:ext cx="2533982"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31" name="Text Placeholder 26">
            <a:extLst>
              <a:ext uri="{FF2B5EF4-FFF2-40B4-BE49-F238E27FC236}">
                <a16:creationId xmlns:a16="http://schemas.microsoft.com/office/drawing/2014/main" id="{C6C36B84-3D48-E051-BC71-80677442B9E7}"/>
              </a:ext>
            </a:extLst>
          </p:cNvPr>
          <p:cNvSpPr>
            <a:spLocks noGrp="1"/>
          </p:cNvSpPr>
          <p:nvPr>
            <p:ph type="body" sz="quarter" idx="42" hasCustomPrompt="1"/>
          </p:nvPr>
        </p:nvSpPr>
        <p:spPr>
          <a:xfrm>
            <a:off x="4977745" y="2912046"/>
            <a:ext cx="2533982" cy="538608"/>
          </a:xfrm>
        </p:spPr>
        <p:txBody>
          <a:bodyPr anchor="ctr"/>
          <a:lstStyle>
            <a:lvl1pPr marL="0" indent="0" algn="ctr">
              <a:buNone/>
              <a:defRPr lang="en-US" sz="32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30" name="Text Placeholder 26">
            <a:extLst>
              <a:ext uri="{FF2B5EF4-FFF2-40B4-BE49-F238E27FC236}">
                <a16:creationId xmlns:a16="http://schemas.microsoft.com/office/drawing/2014/main" id="{53E66029-30F3-B2EA-FDEA-158A1E769C53}"/>
              </a:ext>
            </a:extLst>
          </p:cNvPr>
          <p:cNvSpPr>
            <a:spLocks noGrp="1"/>
          </p:cNvSpPr>
          <p:nvPr>
            <p:ph type="body" sz="quarter" idx="41" hasCustomPrompt="1"/>
          </p:nvPr>
        </p:nvSpPr>
        <p:spPr>
          <a:xfrm>
            <a:off x="4977745" y="3457475"/>
            <a:ext cx="2533982"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33" name="Text Placeholder 26">
            <a:extLst>
              <a:ext uri="{FF2B5EF4-FFF2-40B4-BE49-F238E27FC236}">
                <a16:creationId xmlns:a16="http://schemas.microsoft.com/office/drawing/2014/main" id="{85BDE821-84BC-D6B9-A274-A89D4AB13E13}"/>
              </a:ext>
            </a:extLst>
          </p:cNvPr>
          <p:cNvSpPr>
            <a:spLocks noGrp="1"/>
          </p:cNvSpPr>
          <p:nvPr>
            <p:ph type="body" sz="quarter" idx="44" hasCustomPrompt="1"/>
          </p:nvPr>
        </p:nvSpPr>
        <p:spPr>
          <a:xfrm>
            <a:off x="8941928" y="2912045"/>
            <a:ext cx="2533982" cy="538608"/>
          </a:xfrm>
        </p:spPr>
        <p:txBody>
          <a:bodyPr anchor="ctr"/>
          <a:lstStyle>
            <a:lvl1pPr marL="0" indent="0" algn="ctr">
              <a:buNone/>
              <a:defRPr lang="en-US" sz="32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32" name="Text Placeholder 26">
            <a:extLst>
              <a:ext uri="{FF2B5EF4-FFF2-40B4-BE49-F238E27FC236}">
                <a16:creationId xmlns:a16="http://schemas.microsoft.com/office/drawing/2014/main" id="{186E0D9C-19DB-51C8-B235-6A02169DE2E1}"/>
              </a:ext>
            </a:extLst>
          </p:cNvPr>
          <p:cNvSpPr>
            <a:spLocks noGrp="1"/>
          </p:cNvSpPr>
          <p:nvPr>
            <p:ph type="body" sz="quarter" idx="43" hasCustomPrompt="1"/>
          </p:nvPr>
        </p:nvSpPr>
        <p:spPr>
          <a:xfrm>
            <a:off x="8941928" y="3457474"/>
            <a:ext cx="2533982"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35" name="Text Placeholder 26">
            <a:extLst>
              <a:ext uri="{FF2B5EF4-FFF2-40B4-BE49-F238E27FC236}">
                <a16:creationId xmlns:a16="http://schemas.microsoft.com/office/drawing/2014/main" id="{36D7BC14-8DFF-3E6A-93CA-9FD2BBEE3FD6}"/>
              </a:ext>
            </a:extLst>
          </p:cNvPr>
          <p:cNvSpPr>
            <a:spLocks noGrp="1"/>
          </p:cNvSpPr>
          <p:nvPr>
            <p:ph type="body" sz="quarter" idx="46" hasCustomPrompt="1"/>
          </p:nvPr>
        </p:nvSpPr>
        <p:spPr>
          <a:xfrm>
            <a:off x="908681" y="4522713"/>
            <a:ext cx="4828091" cy="538608"/>
          </a:xfrm>
        </p:spPr>
        <p:txBody>
          <a:bodyPr anchor="ctr"/>
          <a:lstStyle>
            <a:lvl1pPr marL="0" indent="0" algn="ctr">
              <a:buNone/>
              <a:defRPr lang="en-US" sz="32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34" name="Text Placeholder 26">
            <a:extLst>
              <a:ext uri="{FF2B5EF4-FFF2-40B4-BE49-F238E27FC236}">
                <a16:creationId xmlns:a16="http://schemas.microsoft.com/office/drawing/2014/main" id="{3940B7B7-B586-0826-F96E-20BAB23C7D47}"/>
              </a:ext>
            </a:extLst>
          </p:cNvPr>
          <p:cNvSpPr>
            <a:spLocks noGrp="1"/>
          </p:cNvSpPr>
          <p:nvPr>
            <p:ph type="body" sz="quarter" idx="45" hasCustomPrompt="1"/>
          </p:nvPr>
        </p:nvSpPr>
        <p:spPr>
          <a:xfrm>
            <a:off x="908681" y="5068142"/>
            <a:ext cx="4828091"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37" name="Text Placeholder 26">
            <a:extLst>
              <a:ext uri="{FF2B5EF4-FFF2-40B4-BE49-F238E27FC236}">
                <a16:creationId xmlns:a16="http://schemas.microsoft.com/office/drawing/2014/main" id="{BD5BA1BF-698A-BD44-A54C-F888B51C803B}"/>
              </a:ext>
            </a:extLst>
          </p:cNvPr>
          <p:cNvSpPr>
            <a:spLocks noGrp="1"/>
          </p:cNvSpPr>
          <p:nvPr>
            <p:ph type="body" sz="quarter" idx="48" hasCustomPrompt="1"/>
          </p:nvPr>
        </p:nvSpPr>
        <p:spPr>
          <a:xfrm>
            <a:off x="6854468" y="4531346"/>
            <a:ext cx="4828091" cy="538608"/>
          </a:xfrm>
        </p:spPr>
        <p:txBody>
          <a:bodyPr anchor="ctr"/>
          <a:lstStyle>
            <a:lvl1pPr marL="0" indent="0" algn="ctr">
              <a:buNone/>
              <a:defRPr lang="en-US" sz="32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36" name="Text Placeholder 26">
            <a:extLst>
              <a:ext uri="{FF2B5EF4-FFF2-40B4-BE49-F238E27FC236}">
                <a16:creationId xmlns:a16="http://schemas.microsoft.com/office/drawing/2014/main" id="{CB80D5F4-AAF0-1986-E8C1-A70CD39832BA}"/>
              </a:ext>
            </a:extLst>
          </p:cNvPr>
          <p:cNvSpPr>
            <a:spLocks noGrp="1"/>
          </p:cNvSpPr>
          <p:nvPr>
            <p:ph type="body" sz="quarter" idx="47" hasCustomPrompt="1"/>
          </p:nvPr>
        </p:nvSpPr>
        <p:spPr>
          <a:xfrm>
            <a:off x="6854468" y="5076775"/>
            <a:ext cx="4828091"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10" name="Slide Number Placeholder 9">
            <a:extLst>
              <a:ext uri="{FF2B5EF4-FFF2-40B4-BE49-F238E27FC236}">
                <a16:creationId xmlns:a16="http://schemas.microsoft.com/office/drawing/2014/main" id="{FEA1D1E0-F712-00C0-F005-5D479479380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2736322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Data Slide">
    <p:bg>
      <p:bgPr>
        <a:solidFill>
          <a:schemeClr val="bg1"/>
        </a:solidFill>
        <a:effectLst/>
      </p:bgPr>
    </p:bg>
    <p:spTree>
      <p:nvGrpSpPr>
        <p:cNvPr id="1" name=""/>
        <p:cNvGrpSpPr/>
        <p:nvPr/>
      </p:nvGrpSpPr>
      <p:grpSpPr>
        <a:xfrm>
          <a:off x="0" y="0"/>
          <a:ext cx="0" cy="0"/>
          <a:chOff x="0" y="0"/>
          <a:chExt cx="0" cy="0"/>
        </a:xfrm>
      </p:grpSpPr>
      <p:sp>
        <p:nvSpPr>
          <p:cNvPr id="4" name="Rounded Rectangle 7">
            <a:extLst>
              <a:ext uri="{FF2B5EF4-FFF2-40B4-BE49-F238E27FC236}">
                <a16:creationId xmlns:a16="http://schemas.microsoft.com/office/drawing/2014/main" id="{FB6126ED-058E-916B-065B-A5B6C5FD2E04}"/>
              </a:ext>
              <a:ext uri="{C183D7F6-B498-43B3-948B-1728B52AA6E4}">
                <adec:decorative xmlns:adec="http://schemas.microsoft.com/office/drawing/2017/decorative" val="1"/>
              </a:ext>
            </a:extLst>
          </p:cNvPr>
          <p:cNvSpPr/>
          <p:nvPr userDrawn="1"/>
        </p:nvSpPr>
        <p:spPr>
          <a:xfrm>
            <a:off x="5169872" y="2702852"/>
            <a:ext cx="7022127" cy="3162638"/>
          </a:xfrm>
          <a:prstGeom prst="roundRect">
            <a:avLst>
              <a:gd name="adj" fmla="val 0"/>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mn-lt"/>
            </a:endParaRPr>
          </a:p>
        </p:txBody>
      </p:sp>
      <p:sp>
        <p:nvSpPr>
          <p:cNvPr id="5" name="Rounded Rectangle 3">
            <a:extLst>
              <a:ext uri="{FF2B5EF4-FFF2-40B4-BE49-F238E27FC236}">
                <a16:creationId xmlns:a16="http://schemas.microsoft.com/office/drawing/2014/main" id="{84579C59-DDB3-A8C1-2E1C-2E2CFA9B379A}"/>
              </a:ext>
              <a:ext uri="{C183D7F6-B498-43B3-948B-1728B52AA6E4}">
                <adec:decorative xmlns:adec="http://schemas.microsoft.com/office/drawing/2017/decorative" val="1"/>
              </a:ext>
            </a:extLst>
          </p:cNvPr>
          <p:cNvSpPr/>
          <p:nvPr userDrawn="1"/>
        </p:nvSpPr>
        <p:spPr>
          <a:xfrm>
            <a:off x="5169873" y="1780993"/>
            <a:ext cx="7022129" cy="921859"/>
          </a:xfrm>
          <a:prstGeom prst="roundRect">
            <a:avLst>
              <a:gd name="adj" fmla="val 0"/>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mn-lt"/>
            </a:endParaRPr>
          </a:p>
        </p:txBody>
      </p:sp>
      <p:sp>
        <p:nvSpPr>
          <p:cNvPr id="8" name="Title 7">
            <a:extLst>
              <a:ext uri="{FF2B5EF4-FFF2-40B4-BE49-F238E27FC236}">
                <a16:creationId xmlns:a16="http://schemas.microsoft.com/office/drawing/2014/main" id="{067EB330-5241-7657-8B12-41B3200F8FA1}"/>
              </a:ext>
            </a:extLst>
          </p:cNvPr>
          <p:cNvSpPr>
            <a:spLocks noGrp="1"/>
          </p:cNvSpPr>
          <p:nvPr>
            <p:ph type="title" hasCustomPrompt="1"/>
          </p:nvPr>
        </p:nvSpPr>
        <p:spPr>
          <a:xfrm>
            <a:off x="462223" y="365125"/>
            <a:ext cx="11267554" cy="720097"/>
          </a:xfrm>
        </p:spPr>
        <p:txBody>
          <a:bodyPr/>
          <a:lstStyle/>
          <a:p>
            <a:r>
              <a:rPr lang="en-US" dirty="0"/>
              <a:t>Click to edit master title style</a:t>
            </a:r>
          </a:p>
        </p:txBody>
      </p:sp>
      <p:sp>
        <p:nvSpPr>
          <p:cNvPr id="9" name="Text Placeholder 4">
            <a:extLst>
              <a:ext uri="{FF2B5EF4-FFF2-40B4-BE49-F238E27FC236}">
                <a16:creationId xmlns:a16="http://schemas.microsoft.com/office/drawing/2014/main" id="{6A2A3BA4-B7EA-9E43-AD6F-19D0484EC607}"/>
              </a:ext>
            </a:extLst>
          </p:cNvPr>
          <p:cNvSpPr>
            <a:spLocks noGrp="1"/>
          </p:cNvSpPr>
          <p:nvPr>
            <p:ph type="body" sz="quarter" idx="13" hasCustomPrompt="1"/>
          </p:nvPr>
        </p:nvSpPr>
        <p:spPr>
          <a:xfrm>
            <a:off x="462223" y="842963"/>
            <a:ext cx="11267554" cy="409575"/>
          </a:xfrm>
        </p:spPr>
        <p:txBody>
          <a:bodyPr/>
          <a:lstStyle>
            <a:lvl1pPr marL="0" indent="0">
              <a:buNone/>
              <a:defRPr sz="1800">
                <a:solidFill>
                  <a:schemeClr val="tx2"/>
                </a:solidFill>
              </a:defRPr>
            </a:lvl1pPr>
          </a:lstStyle>
          <a:p>
            <a:pPr lvl="0"/>
            <a:r>
              <a:rPr lang="en-US" dirty="0"/>
              <a:t>Click to edit master text styles</a:t>
            </a:r>
          </a:p>
        </p:txBody>
      </p:sp>
      <p:sp>
        <p:nvSpPr>
          <p:cNvPr id="2" name="Picture Placeholder 6">
            <a:extLst>
              <a:ext uri="{FF2B5EF4-FFF2-40B4-BE49-F238E27FC236}">
                <a16:creationId xmlns:a16="http://schemas.microsoft.com/office/drawing/2014/main" id="{879B16FA-0A81-BF88-9362-7028D5F34363}"/>
              </a:ext>
              <a:ext uri="{C183D7F6-B498-43B3-948B-1728B52AA6E4}">
                <adec:decorative xmlns:adec="http://schemas.microsoft.com/office/drawing/2017/decorative" val="1"/>
              </a:ext>
            </a:extLst>
          </p:cNvPr>
          <p:cNvSpPr>
            <a:spLocks noGrp="1"/>
          </p:cNvSpPr>
          <p:nvPr>
            <p:ph type="pic" sz="quarter" idx="12"/>
          </p:nvPr>
        </p:nvSpPr>
        <p:spPr>
          <a:xfrm>
            <a:off x="-1" y="1780993"/>
            <a:ext cx="5166414" cy="4084497"/>
          </a:xfrm>
          <a:solidFill>
            <a:schemeClr val="tx1">
              <a:lumMod val="50000"/>
              <a:lumOff val="50000"/>
            </a:schemeClr>
          </a:solidFill>
        </p:spPr>
        <p:txBody>
          <a:bodyPr anchor="ctr"/>
          <a:lstStyle>
            <a:lvl1pPr marL="0" indent="0" algn="ctr">
              <a:buNone/>
              <a:defRPr>
                <a:solidFill>
                  <a:schemeClr val="bg1"/>
                </a:solidFill>
              </a:defRPr>
            </a:lvl1pPr>
          </a:lstStyle>
          <a:p>
            <a:r>
              <a:rPr lang="en-US"/>
              <a:t>Click icon to add picture</a:t>
            </a:r>
          </a:p>
        </p:txBody>
      </p:sp>
      <p:sp>
        <p:nvSpPr>
          <p:cNvPr id="27" name="Text Placeholder 26">
            <a:extLst>
              <a:ext uri="{FF2B5EF4-FFF2-40B4-BE49-F238E27FC236}">
                <a16:creationId xmlns:a16="http://schemas.microsoft.com/office/drawing/2014/main" id="{EB8480E5-4921-AF4D-9816-4EADF6F0AAEA}"/>
              </a:ext>
            </a:extLst>
          </p:cNvPr>
          <p:cNvSpPr>
            <a:spLocks noGrp="1"/>
          </p:cNvSpPr>
          <p:nvPr>
            <p:ph type="body" sz="quarter" idx="38" hasCustomPrompt="1"/>
          </p:nvPr>
        </p:nvSpPr>
        <p:spPr>
          <a:xfrm>
            <a:off x="5504007" y="1946275"/>
            <a:ext cx="6230793" cy="584200"/>
          </a:xfrm>
        </p:spPr>
        <p:txBody>
          <a:bodyPr anchor="ctr"/>
          <a:lstStyle>
            <a:lvl1pPr marL="0" indent="0">
              <a:buNone/>
              <a:defRPr lang="en-US" sz="18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29" name="Text Placeholder 26">
            <a:extLst>
              <a:ext uri="{FF2B5EF4-FFF2-40B4-BE49-F238E27FC236}">
                <a16:creationId xmlns:a16="http://schemas.microsoft.com/office/drawing/2014/main" id="{57ABFDB0-8844-75D1-07ED-4376F8C7B450}"/>
              </a:ext>
            </a:extLst>
          </p:cNvPr>
          <p:cNvSpPr>
            <a:spLocks noGrp="1"/>
          </p:cNvSpPr>
          <p:nvPr>
            <p:ph type="body" sz="quarter" idx="40" hasCustomPrompt="1"/>
          </p:nvPr>
        </p:nvSpPr>
        <p:spPr>
          <a:xfrm>
            <a:off x="5504008" y="2912884"/>
            <a:ext cx="1664208" cy="538608"/>
          </a:xfrm>
        </p:spPr>
        <p:txBody>
          <a:bodyPr anchor="ctr"/>
          <a:lstStyle>
            <a:lvl1pPr marL="0" indent="0" algn="ctr">
              <a:buNone/>
              <a:defRPr lang="en-US" sz="28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28" name="Text Placeholder 26">
            <a:extLst>
              <a:ext uri="{FF2B5EF4-FFF2-40B4-BE49-F238E27FC236}">
                <a16:creationId xmlns:a16="http://schemas.microsoft.com/office/drawing/2014/main" id="{FF15DF1F-BF18-7478-6616-F9D3F9308BBA}"/>
              </a:ext>
            </a:extLst>
          </p:cNvPr>
          <p:cNvSpPr>
            <a:spLocks noGrp="1"/>
          </p:cNvSpPr>
          <p:nvPr>
            <p:ph type="body" sz="quarter" idx="39" hasCustomPrompt="1"/>
          </p:nvPr>
        </p:nvSpPr>
        <p:spPr>
          <a:xfrm>
            <a:off x="5504008" y="3458313"/>
            <a:ext cx="1664208"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31" name="Text Placeholder 26">
            <a:extLst>
              <a:ext uri="{FF2B5EF4-FFF2-40B4-BE49-F238E27FC236}">
                <a16:creationId xmlns:a16="http://schemas.microsoft.com/office/drawing/2014/main" id="{C6C36B84-3D48-E051-BC71-80677442B9E7}"/>
              </a:ext>
            </a:extLst>
          </p:cNvPr>
          <p:cNvSpPr>
            <a:spLocks noGrp="1"/>
          </p:cNvSpPr>
          <p:nvPr>
            <p:ph type="body" sz="quarter" idx="42" hasCustomPrompt="1"/>
          </p:nvPr>
        </p:nvSpPr>
        <p:spPr>
          <a:xfrm>
            <a:off x="7786342" y="2912046"/>
            <a:ext cx="1664208" cy="538608"/>
          </a:xfrm>
        </p:spPr>
        <p:txBody>
          <a:bodyPr anchor="ctr"/>
          <a:lstStyle>
            <a:lvl1pPr marL="0" indent="0" algn="ctr">
              <a:buNone/>
              <a:defRPr lang="en-US" sz="28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30" name="Text Placeholder 26">
            <a:extLst>
              <a:ext uri="{FF2B5EF4-FFF2-40B4-BE49-F238E27FC236}">
                <a16:creationId xmlns:a16="http://schemas.microsoft.com/office/drawing/2014/main" id="{53E66029-30F3-B2EA-FDEA-158A1E769C53}"/>
              </a:ext>
            </a:extLst>
          </p:cNvPr>
          <p:cNvSpPr>
            <a:spLocks noGrp="1"/>
          </p:cNvSpPr>
          <p:nvPr>
            <p:ph type="body" sz="quarter" idx="41" hasCustomPrompt="1"/>
          </p:nvPr>
        </p:nvSpPr>
        <p:spPr>
          <a:xfrm>
            <a:off x="7786342" y="3457475"/>
            <a:ext cx="1664208"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33" name="Text Placeholder 26">
            <a:extLst>
              <a:ext uri="{FF2B5EF4-FFF2-40B4-BE49-F238E27FC236}">
                <a16:creationId xmlns:a16="http://schemas.microsoft.com/office/drawing/2014/main" id="{85BDE821-84BC-D6B9-A274-A89D4AB13E13}"/>
              </a:ext>
            </a:extLst>
          </p:cNvPr>
          <p:cNvSpPr>
            <a:spLocks noGrp="1"/>
          </p:cNvSpPr>
          <p:nvPr>
            <p:ph type="body" sz="quarter" idx="44" hasCustomPrompt="1"/>
          </p:nvPr>
        </p:nvSpPr>
        <p:spPr>
          <a:xfrm>
            <a:off x="10068678" y="2912045"/>
            <a:ext cx="1666122" cy="538608"/>
          </a:xfrm>
        </p:spPr>
        <p:txBody>
          <a:bodyPr anchor="ctr"/>
          <a:lstStyle>
            <a:lvl1pPr marL="0" indent="0" algn="ctr">
              <a:buNone/>
              <a:defRPr lang="en-US" sz="28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32" name="Text Placeholder 26">
            <a:extLst>
              <a:ext uri="{FF2B5EF4-FFF2-40B4-BE49-F238E27FC236}">
                <a16:creationId xmlns:a16="http://schemas.microsoft.com/office/drawing/2014/main" id="{186E0D9C-19DB-51C8-B235-6A02169DE2E1}"/>
              </a:ext>
            </a:extLst>
          </p:cNvPr>
          <p:cNvSpPr>
            <a:spLocks noGrp="1"/>
          </p:cNvSpPr>
          <p:nvPr>
            <p:ph type="body" sz="quarter" idx="43" hasCustomPrompt="1"/>
          </p:nvPr>
        </p:nvSpPr>
        <p:spPr>
          <a:xfrm>
            <a:off x="10068678" y="3457474"/>
            <a:ext cx="1666122"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35" name="Text Placeholder 26">
            <a:extLst>
              <a:ext uri="{FF2B5EF4-FFF2-40B4-BE49-F238E27FC236}">
                <a16:creationId xmlns:a16="http://schemas.microsoft.com/office/drawing/2014/main" id="{36D7BC14-8DFF-3E6A-93CA-9FD2BBEE3FD6}"/>
              </a:ext>
            </a:extLst>
          </p:cNvPr>
          <p:cNvSpPr>
            <a:spLocks noGrp="1"/>
          </p:cNvSpPr>
          <p:nvPr>
            <p:ph type="body" sz="quarter" idx="46" hasCustomPrompt="1"/>
          </p:nvPr>
        </p:nvSpPr>
        <p:spPr>
          <a:xfrm>
            <a:off x="5504007" y="4522713"/>
            <a:ext cx="2835145" cy="538608"/>
          </a:xfrm>
        </p:spPr>
        <p:txBody>
          <a:bodyPr anchor="ctr"/>
          <a:lstStyle>
            <a:lvl1pPr marL="0" indent="0" algn="ctr">
              <a:buNone/>
              <a:defRPr lang="en-US" sz="28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34" name="Text Placeholder 26">
            <a:extLst>
              <a:ext uri="{FF2B5EF4-FFF2-40B4-BE49-F238E27FC236}">
                <a16:creationId xmlns:a16="http://schemas.microsoft.com/office/drawing/2014/main" id="{3940B7B7-B586-0826-F96E-20BAB23C7D47}"/>
              </a:ext>
            </a:extLst>
          </p:cNvPr>
          <p:cNvSpPr>
            <a:spLocks noGrp="1"/>
          </p:cNvSpPr>
          <p:nvPr>
            <p:ph type="body" sz="quarter" idx="45" hasCustomPrompt="1"/>
          </p:nvPr>
        </p:nvSpPr>
        <p:spPr>
          <a:xfrm>
            <a:off x="5504007" y="5068142"/>
            <a:ext cx="2835145"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37" name="Text Placeholder 26">
            <a:extLst>
              <a:ext uri="{FF2B5EF4-FFF2-40B4-BE49-F238E27FC236}">
                <a16:creationId xmlns:a16="http://schemas.microsoft.com/office/drawing/2014/main" id="{BD5BA1BF-698A-BD44-A54C-F888B51C803B}"/>
              </a:ext>
            </a:extLst>
          </p:cNvPr>
          <p:cNvSpPr>
            <a:spLocks noGrp="1"/>
          </p:cNvSpPr>
          <p:nvPr>
            <p:ph type="body" sz="quarter" idx="48" hasCustomPrompt="1"/>
          </p:nvPr>
        </p:nvSpPr>
        <p:spPr>
          <a:xfrm>
            <a:off x="9069150" y="4531346"/>
            <a:ext cx="2645105" cy="538608"/>
          </a:xfrm>
        </p:spPr>
        <p:txBody>
          <a:bodyPr anchor="ctr"/>
          <a:lstStyle>
            <a:lvl1pPr marL="0" indent="0" algn="ctr">
              <a:buNone/>
              <a:defRPr lang="en-US" sz="2800" b="1" i="0" kern="1200" dirty="0" smtClean="0">
                <a:solidFill>
                  <a:schemeClr val="bg1"/>
                </a:solidFill>
                <a:latin typeface="+mj-lt"/>
                <a:ea typeface="+mn-ea"/>
                <a:cs typeface="+mn-cs"/>
              </a:defRPr>
            </a:lvl1pPr>
            <a:lvl2pPr marL="457200" indent="0">
              <a:buNone/>
              <a:defRPr/>
            </a:lvl2pPr>
          </a:lstStyle>
          <a:p>
            <a:pPr marL="0" lvl="0" indent="0" algn="ctr" defTabSz="914400" rtl="0" eaLnBrk="1" latinLnBrk="0" hangingPunct="1">
              <a:lnSpc>
                <a:spcPct val="100000"/>
              </a:lnSpc>
              <a:spcBef>
                <a:spcPts val="1000"/>
              </a:spcBef>
              <a:buFont typeface="Arial" panose="020B0604020202020204" pitchFamily="34" charset="0"/>
              <a:buNone/>
            </a:pPr>
            <a:r>
              <a:rPr lang="en-US" dirty="0"/>
              <a:t>XX</a:t>
            </a:r>
          </a:p>
        </p:txBody>
      </p:sp>
      <p:sp>
        <p:nvSpPr>
          <p:cNvPr id="36" name="Text Placeholder 26">
            <a:extLst>
              <a:ext uri="{FF2B5EF4-FFF2-40B4-BE49-F238E27FC236}">
                <a16:creationId xmlns:a16="http://schemas.microsoft.com/office/drawing/2014/main" id="{CB80D5F4-AAF0-1986-E8C1-A70CD39832BA}"/>
              </a:ext>
            </a:extLst>
          </p:cNvPr>
          <p:cNvSpPr>
            <a:spLocks noGrp="1"/>
          </p:cNvSpPr>
          <p:nvPr>
            <p:ph type="body" sz="quarter" idx="47" hasCustomPrompt="1"/>
          </p:nvPr>
        </p:nvSpPr>
        <p:spPr>
          <a:xfrm>
            <a:off x="9069150" y="5076775"/>
            <a:ext cx="2645105" cy="538608"/>
          </a:xfrm>
        </p:spPr>
        <p:txBody>
          <a:bodyPr anchor="t"/>
          <a:lstStyle>
            <a:lvl1pPr marL="0" indent="0" algn="ctr">
              <a:buNone/>
              <a:defRPr lang="en-US" sz="1400" kern="1200" dirty="0" smtClean="0">
                <a:solidFill>
                  <a:schemeClr val="bg1"/>
                </a:solidFill>
                <a:latin typeface="+mn-lt"/>
                <a:ea typeface="+mn-ea"/>
                <a:cs typeface="+mn-cs"/>
              </a:defRPr>
            </a:lvl1pPr>
            <a:lvl2pPr marL="457200" indent="0">
              <a:buNone/>
              <a:defRPr/>
            </a:lvl2pPr>
          </a:lstStyle>
          <a:p>
            <a:pPr lvl="0"/>
            <a:r>
              <a:rPr lang="en-US" dirty="0"/>
              <a:t>Click to edit master text styles</a:t>
            </a:r>
          </a:p>
        </p:txBody>
      </p:sp>
      <p:sp>
        <p:nvSpPr>
          <p:cNvPr id="10" name="Slide Number Placeholder 9">
            <a:extLst>
              <a:ext uri="{FF2B5EF4-FFF2-40B4-BE49-F238E27FC236}">
                <a16:creationId xmlns:a16="http://schemas.microsoft.com/office/drawing/2014/main" id="{FEA1D1E0-F712-00C0-F005-5D4794793805}"/>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cxnSp>
        <p:nvCxnSpPr>
          <p:cNvPr id="6" name="Straight Connector 5">
            <a:extLst>
              <a:ext uri="{FF2B5EF4-FFF2-40B4-BE49-F238E27FC236}">
                <a16:creationId xmlns:a16="http://schemas.microsoft.com/office/drawing/2014/main" id="{4CDB7F6E-D85D-C998-17AE-39AB32A8AC78}"/>
              </a:ext>
              <a:ext uri="{C183D7F6-B498-43B3-948B-1728B52AA6E4}">
                <adec:decorative xmlns:adec="http://schemas.microsoft.com/office/drawing/2017/decorative" val="1"/>
              </a:ext>
            </a:extLst>
          </p:cNvPr>
          <p:cNvCxnSpPr>
            <a:cxnSpLocks/>
          </p:cNvCxnSpPr>
          <p:nvPr userDrawn="1"/>
        </p:nvCxnSpPr>
        <p:spPr>
          <a:xfrm>
            <a:off x="8680940" y="4284240"/>
            <a:ext cx="0" cy="15813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1605586-ACA1-671F-19B9-714C5DE22AD6}"/>
              </a:ext>
              <a:ext uri="{C183D7F6-B498-43B3-948B-1728B52AA6E4}">
                <adec:decorative xmlns:adec="http://schemas.microsoft.com/office/drawing/2017/decorative" val="1"/>
              </a:ext>
            </a:extLst>
          </p:cNvPr>
          <p:cNvCxnSpPr>
            <a:cxnSpLocks/>
          </p:cNvCxnSpPr>
          <p:nvPr userDrawn="1"/>
        </p:nvCxnSpPr>
        <p:spPr>
          <a:xfrm>
            <a:off x="5211192" y="4284240"/>
            <a:ext cx="698080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193EDAB-B184-13A7-5865-5DA3C5231280}"/>
              </a:ext>
              <a:ext uri="{C183D7F6-B498-43B3-948B-1728B52AA6E4}">
                <adec:decorative xmlns:adec="http://schemas.microsoft.com/office/drawing/2017/decorative" val="1"/>
              </a:ext>
            </a:extLst>
          </p:cNvPr>
          <p:cNvCxnSpPr>
            <a:cxnSpLocks/>
          </p:cNvCxnSpPr>
          <p:nvPr userDrawn="1"/>
        </p:nvCxnSpPr>
        <p:spPr>
          <a:xfrm>
            <a:off x="7477279" y="2702921"/>
            <a:ext cx="0" cy="15813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27DB4B9-CAD0-4A6C-EF6A-071908359026}"/>
              </a:ext>
              <a:ext uri="{C183D7F6-B498-43B3-948B-1728B52AA6E4}">
                <adec:decorative xmlns:adec="http://schemas.microsoft.com/office/drawing/2017/decorative" val="1"/>
              </a:ext>
            </a:extLst>
          </p:cNvPr>
          <p:cNvCxnSpPr>
            <a:cxnSpLocks/>
          </p:cNvCxnSpPr>
          <p:nvPr userDrawn="1"/>
        </p:nvCxnSpPr>
        <p:spPr>
          <a:xfrm>
            <a:off x="9759613" y="2702921"/>
            <a:ext cx="0" cy="15813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55364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amp;A">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762210-9A6E-82C8-8AC5-E045573BA492}"/>
              </a:ext>
              <a:ext uri="{C183D7F6-B498-43B3-948B-1728B52AA6E4}">
                <adec:decorative xmlns:adec="http://schemas.microsoft.com/office/drawing/2017/decorative" val="1"/>
              </a:ext>
            </a:extLst>
          </p:cNvPr>
          <p:cNvSpPr/>
          <p:nvPr userDrawn="1"/>
        </p:nvSpPr>
        <p:spPr>
          <a:xfrm>
            <a:off x="10086975" y="6134100"/>
            <a:ext cx="1874461" cy="6381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C0FDFE-80DF-8D8D-6DAE-86882FD83C74}"/>
              </a:ext>
            </a:extLst>
          </p:cNvPr>
          <p:cNvSpPr>
            <a:spLocks noGrp="1"/>
          </p:cNvSpPr>
          <p:nvPr>
            <p:ph type="title" hasCustomPrompt="1"/>
          </p:nvPr>
        </p:nvSpPr>
        <p:spPr>
          <a:xfrm>
            <a:off x="794857" y="2368884"/>
            <a:ext cx="5178902" cy="2120232"/>
          </a:xfrm>
        </p:spPr>
        <p:txBody>
          <a:bodyPr anchor="ctr"/>
          <a:lstStyle>
            <a:lvl1pPr>
              <a:defRPr sz="4400">
                <a:solidFill>
                  <a:schemeClr val="bg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063C109E-C064-B4C5-2B8E-47BCACAB5AFD}"/>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
        <p:nvSpPr>
          <p:cNvPr id="4" name="Rectangle 3">
            <a:extLst>
              <a:ext uri="{FF2B5EF4-FFF2-40B4-BE49-F238E27FC236}">
                <a16:creationId xmlns:a16="http://schemas.microsoft.com/office/drawing/2014/main" id="{CCC064A4-85CE-14C1-9A06-6D8BC69D47A5}"/>
              </a:ext>
              <a:ext uri="{C183D7F6-B498-43B3-948B-1728B52AA6E4}">
                <adec:decorative xmlns:adec="http://schemas.microsoft.com/office/drawing/2017/decorative" val="1"/>
              </a:ext>
            </a:extLst>
          </p:cNvPr>
          <p:cNvSpPr/>
          <p:nvPr userDrawn="1"/>
        </p:nvSpPr>
        <p:spPr>
          <a:xfrm>
            <a:off x="0" y="-1"/>
            <a:ext cx="232806"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6">
            <a:extLst>
              <a:ext uri="{FF2B5EF4-FFF2-40B4-BE49-F238E27FC236}">
                <a16:creationId xmlns:a16="http://schemas.microsoft.com/office/drawing/2014/main" id="{E828CB45-F2ED-1828-CBC4-2386B1E51E2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358177" y="6325634"/>
            <a:ext cx="1371600" cy="297549"/>
          </a:xfrm>
          <a:prstGeom prst="rect">
            <a:avLst/>
          </a:prstGeom>
        </p:spPr>
      </p:pic>
    </p:spTree>
    <p:extLst>
      <p:ext uri="{BB962C8B-B14F-4D97-AF65-F5344CB8AC3E}">
        <p14:creationId xmlns:p14="http://schemas.microsoft.com/office/powerpoint/2010/main" val="14682537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losing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2DE118-AF53-FECE-C27F-6A1BC6A220BF}"/>
              </a:ext>
              <a:ext uri="{C183D7F6-B498-43B3-948B-1728B52AA6E4}">
                <adec:decorative xmlns:adec="http://schemas.microsoft.com/office/drawing/2017/decorative" val="1"/>
              </a:ext>
            </a:extLst>
          </p:cNvPr>
          <p:cNvSpPr>
            <a:spLocks/>
          </p:cNvSpPr>
          <p:nvPr userDrawn="1"/>
        </p:nvSpPr>
        <p:spPr>
          <a:xfrm>
            <a:off x="0" y="-1"/>
            <a:ext cx="12192000" cy="6019801"/>
          </a:xfrm>
          <a:prstGeom prst="rect">
            <a:avLst/>
          </a:prstGeom>
          <a:solidFill>
            <a:schemeClr val="tx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C0FDFE-80DF-8D8D-6DAE-86882FD83C74}"/>
              </a:ext>
            </a:extLst>
          </p:cNvPr>
          <p:cNvSpPr>
            <a:spLocks noGrp="1"/>
          </p:cNvSpPr>
          <p:nvPr>
            <p:ph type="title" hasCustomPrompt="1"/>
          </p:nvPr>
        </p:nvSpPr>
        <p:spPr>
          <a:xfrm>
            <a:off x="1621391" y="1949783"/>
            <a:ext cx="8949218" cy="2120232"/>
          </a:xfrm>
        </p:spPr>
        <p:txBody>
          <a:bodyPr anchor="ctr"/>
          <a:lstStyle>
            <a:lvl1pPr algn="ctr">
              <a:defRPr sz="5000">
                <a:solidFill>
                  <a:schemeClr val="accent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063C109E-C064-B4C5-2B8E-47BCACAB5AFD}"/>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27376980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Closing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0FDFE-80DF-8D8D-6DAE-86882FD83C74}"/>
              </a:ext>
            </a:extLst>
          </p:cNvPr>
          <p:cNvSpPr>
            <a:spLocks noGrp="1"/>
          </p:cNvSpPr>
          <p:nvPr>
            <p:ph type="title" hasCustomPrompt="1"/>
          </p:nvPr>
        </p:nvSpPr>
        <p:spPr>
          <a:xfrm>
            <a:off x="1621391" y="1949783"/>
            <a:ext cx="8949218" cy="2120232"/>
          </a:xfrm>
        </p:spPr>
        <p:txBody>
          <a:bodyPr anchor="ctr"/>
          <a:lstStyle>
            <a:lvl1pPr algn="ctr">
              <a:defRPr sz="5000">
                <a:solidFill>
                  <a:schemeClr val="bg2"/>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063C109E-C064-B4C5-2B8E-47BCACAB5AFD}"/>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167507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Closing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FD961F-B4AC-7399-4738-42BA84768B8B}"/>
              </a:ext>
              <a:ext uri="{C183D7F6-B498-43B3-948B-1728B52AA6E4}">
                <adec:decorative xmlns:adec="http://schemas.microsoft.com/office/drawing/2017/decorative" val="1"/>
              </a:ext>
            </a:extLst>
          </p:cNvPr>
          <p:cNvSpPr>
            <a:spLocks/>
          </p:cNvSpPr>
          <p:nvPr userDrawn="1"/>
        </p:nvSpPr>
        <p:spPr>
          <a:xfrm>
            <a:off x="0" y="-1"/>
            <a:ext cx="12192000" cy="6019801"/>
          </a:xfrm>
          <a:prstGeom prst="rect">
            <a:avLst/>
          </a:prstGeom>
          <a:solidFill>
            <a:schemeClr val="tx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C0FDFE-80DF-8D8D-6DAE-86882FD83C74}"/>
              </a:ext>
            </a:extLst>
          </p:cNvPr>
          <p:cNvSpPr>
            <a:spLocks noGrp="1"/>
          </p:cNvSpPr>
          <p:nvPr>
            <p:ph type="title" hasCustomPrompt="1"/>
          </p:nvPr>
        </p:nvSpPr>
        <p:spPr>
          <a:xfrm>
            <a:off x="1621391" y="1949783"/>
            <a:ext cx="8949218" cy="2120232"/>
          </a:xfrm>
        </p:spPr>
        <p:txBody>
          <a:bodyPr anchor="ctr"/>
          <a:lstStyle>
            <a:lvl1pPr algn="ctr">
              <a:defRPr sz="5000">
                <a:solidFill>
                  <a:schemeClr val="bg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063C109E-C064-B4C5-2B8E-47BCACAB5AFD}"/>
              </a:ext>
              <a:ext uri="{C183D7F6-B498-43B3-948B-1728B52AA6E4}">
                <adec:decorative xmlns:adec="http://schemas.microsoft.com/office/drawing/2017/decorative" val="1"/>
              </a:ext>
            </a:extLst>
          </p:cNvPr>
          <p:cNvSpPr>
            <a:spLocks noGrp="1"/>
          </p:cNvSpPr>
          <p:nvPr>
            <p:ph type="sldNum" sz="quarter" idx="10"/>
          </p:nvPr>
        </p:nvSpPr>
        <p:spPr/>
        <p:txBody>
          <a:body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27713874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FD961F-B4AC-7399-4738-42BA84768B8B}"/>
              </a:ext>
              <a:ext uri="{C183D7F6-B498-43B3-948B-1728B52AA6E4}">
                <adec:decorative xmlns:adec="http://schemas.microsoft.com/office/drawing/2017/decorative" val="1"/>
              </a:ext>
            </a:extLst>
          </p:cNvPr>
          <p:cNvSpPr>
            <a:spLocks/>
          </p:cNvSpPr>
          <p:nvPr userDrawn="1"/>
        </p:nvSpPr>
        <p:spPr>
          <a:xfrm>
            <a:off x="0" y="-1"/>
            <a:ext cx="12192000" cy="6019801"/>
          </a:xfrm>
          <a:prstGeom prst="rect">
            <a:avLst/>
          </a:prstGeom>
          <a:solidFill>
            <a:schemeClr val="bg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90D5A42-AEE5-6CDE-09A2-66E0E4092022}"/>
              </a:ext>
            </a:extLst>
          </p:cNvPr>
          <p:cNvSpPr>
            <a:spLocks noGrp="1"/>
          </p:cNvSpPr>
          <p:nvPr>
            <p:ph type="title" hasCustomPrompt="1"/>
          </p:nvPr>
        </p:nvSpPr>
        <p:spPr>
          <a:xfrm>
            <a:off x="462223" y="-863195"/>
            <a:ext cx="11267554" cy="720097"/>
          </a:xfrm>
        </p:spPr>
        <p:txBody>
          <a:bodyPr/>
          <a:lstStyle>
            <a:lvl1pPr>
              <a:defRPr/>
            </a:lvl1pPr>
          </a:lstStyle>
          <a:p>
            <a:r>
              <a:rPr lang="en-US" dirty="0"/>
              <a:t>Fidelity Investments logo</a:t>
            </a:r>
          </a:p>
        </p:txBody>
      </p:sp>
      <p:pic>
        <p:nvPicPr>
          <p:cNvPr id="6" name="Picture 5">
            <a:extLst>
              <a:ext uri="{FF2B5EF4-FFF2-40B4-BE49-F238E27FC236}">
                <a16:creationId xmlns:a16="http://schemas.microsoft.com/office/drawing/2014/main" id="{8AF62EBA-D5F6-13D6-3E85-573BB7823E1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408063" y="2648199"/>
            <a:ext cx="3375874" cy="723399"/>
          </a:xfrm>
          <a:prstGeom prst="rect">
            <a:avLst/>
          </a:prstGeom>
        </p:spPr>
      </p:pic>
      <p:sp>
        <p:nvSpPr>
          <p:cNvPr id="7" name="Rectangle 6">
            <a:extLst>
              <a:ext uri="{FF2B5EF4-FFF2-40B4-BE49-F238E27FC236}">
                <a16:creationId xmlns:a16="http://schemas.microsoft.com/office/drawing/2014/main" id="{EB4B28B7-271F-437E-8CE3-85B5D43AEC33}"/>
              </a:ext>
              <a:ext uri="{C183D7F6-B498-43B3-948B-1728B52AA6E4}">
                <adec:decorative xmlns:adec="http://schemas.microsoft.com/office/drawing/2017/decorative" val="1"/>
              </a:ext>
            </a:extLst>
          </p:cNvPr>
          <p:cNvSpPr/>
          <p:nvPr userDrawn="1"/>
        </p:nvSpPr>
        <p:spPr>
          <a:xfrm>
            <a:off x="10229850" y="6210300"/>
            <a:ext cx="1638300" cy="4608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81843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A74A19-4F0D-AA90-0E93-6A18A0F1635F}"/>
              </a:ext>
            </a:extLst>
          </p:cNvPr>
          <p:cNvSpPr>
            <a:spLocks noGrp="1"/>
          </p:cNvSpPr>
          <p:nvPr>
            <p:ph type="title"/>
          </p:nvPr>
        </p:nvSpPr>
        <p:spPr>
          <a:xfrm>
            <a:off x="462223" y="365125"/>
            <a:ext cx="11267554" cy="720097"/>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ADCAF482-553D-6265-A924-6E0FDBEBF0A7}"/>
              </a:ext>
            </a:extLst>
          </p:cNvPr>
          <p:cNvSpPr>
            <a:spLocks noGrp="1"/>
          </p:cNvSpPr>
          <p:nvPr>
            <p:ph type="body" idx="1"/>
          </p:nvPr>
        </p:nvSpPr>
        <p:spPr>
          <a:xfrm>
            <a:off x="462223" y="1253330"/>
            <a:ext cx="11267554" cy="4766470"/>
          </a:xfrm>
          <a:prstGeom prst="rect">
            <a:avLst/>
          </a:prstGeom>
        </p:spPr>
        <p:txBody>
          <a:bodyPr vert="horz" lIns="91440" tIns="45720" rIns="91440" bIns="45720" rtlCol="0" anchor="t">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83A8A321-4C43-6277-D4A9-6E90FE43A71E}"/>
              </a:ext>
            </a:extLst>
          </p:cNvPr>
          <p:cNvSpPr txBox="1"/>
          <p:nvPr userDrawn="1">
            <p:extLst>
              <p:ext uri="{1162E1C5-73C7-4A58-AE30-91384D911F3F}">
                <p184:classification xmlns:p184="http://schemas.microsoft.com/office/powerpoint/2018/4/main" val="ftr"/>
              </p:ext>
            </p:extLst>
          </p:nvPr>
        </p:nvSpPr>
        <p:spPr>
          <a:xfrm>
            <a:off x="670458" y="6423625"/>
            <a:ext cx="1479550" cy="138499"/>
          </a:xfrm>
          <a:prstGeom prst="rect">
            <a:avLst/>
          </a:prstGeom>
        </p:spPr>
        <p:txBody>
          <a:bodyPr horzOverflow="overflow" lIns="0" tIns="0" rIns="0" bIns="0">
            <a:spAutoFit/>
          </a:bodyPr>
          <a:lstStyle/>
          <a:p>
            <a:pPr algn="l"/>
            <a:r>
              <a:rPr lang="en-US" sz="900" dirty="0">
                <a:solidFill>
                  <a:schemeClr val="tx1"/>
                </a:solidFill>
                <a:latin typeface="+mn-lt"/>
                <a:cs typeface="Calibri" panose="020F0502020204030204" pitchFamily="34" charset="0"/>
              </a:rPr>
              <a:t>Fidelity Internal Information</a:t>
            </a:r>
          </a:p>
        </p:txBody>
      </p:sp>
      <p:pic>
        <p:nvPicPr>
          <p:cNvPr id="7" name="Graphic 6">
            <a:extLst>
              <a:ext uri="{FF2B5EF4-FFF2-40B4-BE49-F238E27FC236}">
                <a16:creationId xmlns:a16="http://schemas.microsoft.com/office/drawing/2014/main" id="{59BAC9E4-9F06-02E7-25A7-A2053A5E3F2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10358177" y="6305637"/>
            <a:ext cx="1371600" cy="337543"/>
          </a:xfrm>
          <a:prstGeom prst="rect">
            <a:avLst/>
          </a:prstGeom>
        </p:spPr>
      </p:pic>
      <p:sp>
        <p:nvSpPr>
          <p:cNvPr id="4" name="Slide Number Placeholder 3">
            <a:extLst>
              <a:ext uri="{FF2B5EF4-FFF2-40B4-BE49-F238E27FC236}">
                <a16:creationId xmlns:a16="http://schemas.microsoft.com/office/drawing/2014/main" id="{A527CA56-2DED-0CD3-689B-2178CF647107}"/>
              </a:ext>
            </a:extLst>
          </p:cNvPr>
          <p:cNvSpPr>
            <a:spLocks noGrp="1"/>
          </p:cNvSpPr>
          <p:nvPr>
            <p:ph type="sldNum" sz="quarter" idx="4"/>
          </p:nvPr>
        </p:nvSpPr>
        <p:spPr>
          <a:xfrm>
            <a:off x="230564" y="6305993"/>
            <a:ext cx="435410" cy="365125"/>
          </a:xfrm>
          <a:prstGeom prst="rect">
            <a:avLst/>
          </a:prstGeom>
        </p:spPr>
        <p:txBody>
          <a:bodyPr vert="horz" lIns="91440" tIns="45720" rIns="91440" bIns="45720" rtlCol="0" anchor="ctr"/>
          <a:lstStyle>
            <a:lvl1pPr algn="l">
              <a:defRPr lang="en-US" sz="900" b="0" i="0" kern="1200" smtClean="0">
                <a:solidFill>
                  <a:srgbClr val="044014"/>
                </a:solidFill>
                <a:latin typeface="+mj-lt"/>
                <a:ea typeface="+mn-ea"/>
                <a:cs typeface="+mn-cs"/>
              </a:defRPr>
            </a:lvl1pPr>
          </a:lstStyle>
          <a:p>
            <a:fld id="{E1134B45-AF8D-4DE1-B6B3-818C9AE12BDB}" type="slidenum">
              <a:rPr lang="en-US" smtClean="0"/>
              <a:pPr/>
              <a:t>‹#›</a:t>
            </a:fld>
            <a:endParaRPr lang="en-US" dirty="0"/>
          </a:p>
        </p:txBody>
      </p:sp>
    </p:spTree>
    <p:extLst>
      <p:ext uri="{BB962C8B-B14F-4D97-AF65-F5344CB8AC3E}">
        <p14:creationId xmlns:p14="http://schemas.microsoft.com/office/powerpoint/2010/main" val="800443632"/>
      </p:ext>
    </p:extLst>
  </p:cSld>
  <p:clrMap bg1="lt1" tx1="dk1" bg2="lt2" tx2="dk2" accent1="accent1" accent2="accent2" accent3="accent3" accent4="accent4" accent5="accent5" accent6="accent6" hlink="hlink" folHlink="folHlink"/>
  <p:sldLayoutIdLst>
    <p:sldLayoutId id="2147483714" r:id="rId1"/>
    <p:sldLayoutId id="2147483780" r:id="rId2"/>
    <p:sldLayoutId id="2147483781" r:id="rId3"/>
    <p:sldLayoutId id="2147483782" r:id="rId4"/>
    <p:sldLayoutId id="2147483783" r:id="rId5"/>
    <p:sldLayoutId id="2147483784" r:id="rId6"/>
    <p:sldLayoutId id="2147483715" r:id="rId7"/>
    <p:sldLayoutId id="2147483785" r:id="rId8"/>
    <p:sldLayoutId id="2147483786" r:id="rId9"/>
    <p:sldLayoutId id="2147483716" r:id="rId10"/>
    <p:sldLayoutId id="2147483787" r:id="rId11"/>
    <p:sldLayoutId id="2147483788" r:id="rId12"/>
    <p:sldLayoutId id="2147483789" r:id="rId13"/>
    <p:sldLayoutId id="2147483790" r:id="rId14"/>
    <p:sldLayoutId id="2147483718" r:id="rId15"/>
    <p:sldLayoutId id="2147483719" r:id="rId16"/>
    <p:sldLayoutId id="2147483720" r:id="rId17"/>
    <p:sldLayoutId id="2147483721" r:id="rId18"/>
    <p:sldLayoutId id="2147483722" r:id="rId19"/>
    <p:sldLayoutId id="2147483723" r:id="rId20"/>
    <p:sldLayoutId id="2147483724" r:id="rId21"/>
    <p:sldLayoutId id="2147483795" r:id="rId22"/>
    <p:sldLayoutId id="2147483796" r:id="rId23"/>
    <p:sldLayoutId id="2147483725" r:id="rId24"/>
    <p:sldLayoutId id="2147483726" r:id="rId25"/>
    <p:sldLayoutId id="2147483727" r:id="rId26"/>
    <p:sldLayoutId id="2147483809" r:id="rId27"/>
    <p:sldLayoutId id="2147483797" r:id="rId28"/>
    <p:sldLayoutId id="2147483798" r:id="rId29"/>
    <p:sldLayoutId id="2147483800" r:id="rId30"/>
    <p:sldLayoutId id="2147483801" r:id="rId31"/>
    <p:sldLayoutId id="2147483802" r:id="rId32"/>
    <p:sldLayoutId id="2147483807" r:id="rId33"/>
    <p:sldLayoutId id="2147483808" r:id="rId34"/>
    <p:sldLayoutId id="2147483799" r:id="rId35"/>
    <p:sldLayoutId id="2147483803" r:id="rId36"/>
    <p:sldLayoutId id="2147483804" r:id="rId37"/>
    <p:sldLayoutId id="2147483805" r:id="rId38"/>
    <p:sldLayoutId id="2147483806" r:id="rId39"/>
  </p:sldLayoutIdLst>
  <p:hf hdr="0" ftr="0" dt="0"/>
  <p:txStyles>
    <p:titleStyle>
      <a:lvl1pPr algn="l" defTabSz="914400" rtl="0" eaLnBrk="1" latinLnBrk="0" hangingPunct="1">
        <a:lnSpc>
          <a:spcPct val="100000"/>
        </a:lnSpc>
        <a:spcBef>
          <a:spcPct val="0"/>
        </a:spcBef>
        <a:buNone/>
        <a:defRPr sz="2800" kern="1200">
          <a:solidFill>
            <a:schemeClr val="bg2"/>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7392">
          <p15:clr>
            <a:srgbClr val="F26B43"/>
          </p15:clr>
        </p15:guide>
        <p15:guide id="3" pos="288">
          <p15:clr>
            <a:srgbClr val="F26B43"/>
          </p15:clr>
        </p15:guide>
        <p15:guide id="4" orient="horz" pos="2160">
          <p15:clr>
            <a:srgbClr val="F26B43"/>
          </p15:clr>
        </p15:guide>
        <p15:guide id="5" orient="horz" pos="3792">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23.xml"/><Relationship Id="rId18" Type="http://schemas.openxmlformats.org/officeDocument/2006/relationships/slide" Target="slide41.xml"/><Relationship Id="rId3" Type="http://schemas.openxmlformats.org/officeDocument/2006/relationships/slide" Target="slide3.xml"/><Relationship Id="rId21" Type="http://schemas.openxmlformats.org/officeDocument/2006/relationships/slide" Target="slide30.xml"/><Relationship Id="rId7" Type="http://schemas.openxmlformats.org/officeDocument/2006/relationships/slide" Target="slide7.xml"/><Relationship Id="rId12" Type="http://schemas.openxmlformats.org/officeDocument/2006/relationships/slide" Target="slide14.xml"/><Relationship Id="rId17" Type="http://schemas.openxmlformats.org/officeDocument/2006/relationships/slide" Target="slide40.xml"/><Relationship Id="rId2" Type="http://schemas.openxmlformats.org/officeDocument/2006/relationships/slide" Target="slide2.xml"/><Relationship Id="rId16" Type="http://schemas.openxmlformats.org/officeDocument/2006/relationships/slide" Target="slide39.xml"/><Relationship Id="rId20" Type="http://schemas.openxmlformats.org/officeDocument/2006/relationships/slide" Target="slide44.xml"/><Relationship Id="rId1" Type="http://schemas.openxmlformats.org/officeDocument/2006/relationships/slideLayout" Target="../slideLayouts/slideLayout16.xml"/><Relationship Id="rId6" Type="http://schemas.openxmlformats.org/officeDocument/2006/relationships/slide" Target="slide6.xml"/><Relationship Id="rId11" Type="http://schemas.openxmlformats.org/officeDocument/2006/relationships/slide" Target="slide21.xml"/><Relationship Id="rId24" Type="http://schemas.openxmlformats.org/officeDocument/2006/relationships/slide" Target="slide42.xml"/><Relationship Id="rId5" Type="http://schemas.openxmlformats.org/officeDocument/2006/relationships/slide" Target="slide5.xml"/><Relationship Id="rId15" Type="http://schemas.openxmlformats.org/officeDocument/2006/relationships/slide" Target="slide26.xml"/><Relationship Id="rId23" Type="http://schemas.openxmlformats.org/officeDocument/2006/relationships/slide" Target="slide47.xml"/><Relationship Id="rId10" Type="http://schemas.openxmlformats.org/officeDocument/2006/relationships/slide" Target="slide18.xml"/><Relationship Id="rId19" Type="http://schemas.openxmlformats.org/officeDocument/2006/relationships/slide" Target="slide43.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7.xml"/><Relationship Id="rId22" Type="http://schemas.openxmlformats.org/officeDocument/2006/relationships/slide" Target="slide46.xml"/></Relationships>
</file>

<file path=ppt/slides/_rels/slide2.xml.rels><?xml version="1.0" encoding="UTF-8" standalone="yes"?>
<Relationships xmlns="http://schemas.openxmlformats.org/package/2006/relationships"><Relationship Id="rId3" Type="http://schemas.openxmlformats.org/officeDocument/2006/relationships/hyperlink" Target="companyportal:ApplicationId=67b01b1d-fb40-48f8-9adb-ee75cb67c2f9" TargetMode="External"/><Relationship Id="rId2" Type="http://schemas.openxmlformats.org/officeDocument/2006/relationships/hyperlink" Target="companyportal:ApplicationId=8c932c0b-b3c1-4a45-b3bb-19438ffc8cc5" TargetMode="External"/><Relationship Id="rId1" Type="http://schemas.openxmlformats.org/officeDocument/2006/relationships/slideLayout" Target="../slideLayouts/slideLayout16.xml"/><Relationship Id="rId6" Type="http://schemas.openxmlformats.org/officeDocument/2006/relationships/image" Target="../media/image6.svg"/><Relationship Id="rId5" Type="http://schemas.openxmlformats.org/officeDocument/2006/relationships/image" Target="../media/image5.jpeg"/><Relationship Id="rId4" Type="http://schemas.openxmlformats.org/officeDocument/2006/relationships/hyperlink" Target="https://design.fmr.com/brand/typography/font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esign.fmr.com/brand/color/" TargetMode="External"/><Relationship Id="rId2" Type="http://schemas.openxmlformats.org/officeDocument/2006/relationships/hyperlink" Target="https://contrast-grid.eightshapes.com/?version=1.1.0&amp;background-colors=&amp;foreground-colors=000000%0D%0Affffff%0D%0A368727%0D%0A044014%0D%0A6ad539%0D%0A1de4ca%0D%0A28caff%0D%0A3880f3%0D%0A04547c%0D%0A9747f6%0D%0A5b2c8f%0D%0Afd27e5%0D%0Aff7a11%0D%0Adbca72%0D%0A403f3e%0D%0Af7f4e4%0D%0Af9f7f5%0D%0A%0D%0A&amp;es-color-form__tile-size=compact&amp;es-color-form__show-contrast=aaa&amp;es-color-form__show-contrast=aa&amp;es-color-form__show-contrast=aa18&amp;es-color-form__show-contrast=dnp" TargetMode="External"/><Relationship Id="rId1" Type="http://schemas.openxmlformats.org/officeDocument/2006/relationships/slideLayout" Target="../slideLayouts/slideLayout15.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hyperlink" Target="https://accessibility.fmr.com/education/intro/colors/" TargetMode="External"/><Relationship Id="rId2" Type="http://schemas.openxmlformats.org/officeDocument/2006/relationships/hyperlink" Target="https://webaim.org/resources/contrastchecker/" TargetMode="Externa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hyperlink" Target="https://sp.fmrcloud.com/sites/Enterprise_Content/SitePages/Accessible-content-standards.aspx" TargetMode="External"/><Relationship Id="rId7" Type="http://schemas.openxmlformats.org/officeDocument/2006/relationships/hyperlink" Target="https://fidelitycs5451prod.orangelogic.com/asset-management/2IK39YW0G2K?WS=SingleAsset" TargetMode="External"/><Relationship Id="rId2" Type="http://schemas.openxmlformats.org/officeDocument/2006/relationships/hyperlink" Target="https://fidelitycs5451prod.orangelogic.com/asset-management/2IKNU0E1POKQ?WS=SingleAsset" TargetMode="External"/><Relationship Id="rId1" Type="http://schemas.openxmlformats.org/officeDocument/2006/relationships/slideLayout" Target="../slideLayouts/slideLayout17.xml"/><Relationship Id="rId6" Type="http://schemas.openxmlformats.org/officeDocument/2006/relationships/hyperlink" Target="https://fidelitycs5451prod.orangelogic.com/C.aspx?VP3=LoginRegistration&amp;L=True&amp;R=False" TargetMode="External"/><Relationship Id="rId5" Type="http://schemas.openxmlformats.org/officeDocument/2006/relationships/hyperlink" Target="https://fidelitycs5451prod.orangelogic.com/asset-management/2IKNU0E1PZH4?WS=SingleAsset" TargetMode="External"/><Relationship Id="rId4" Type="http://schemas.openxmlformats.org/officeDocument/2006/relationships/hyperlink" Target="https://sp.fmrcloud.com/sites/ContentResourceCenter/SitePages/Editorial-style-guide.aspx#link-behavior"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support.microsoft.com/en-us/office/add-alternative-text-to-a-shape-picture-chart-smartart-graphic-or-other-object-44989b2a-903c-4d9a-b742-6a75b451c669" TargetMode="Externa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support.microsoft.com/en-us/office/make-slides-easier-to-read-by-using-the-reading-order-pane-863b5c1c-4f19-45ec-96e6-93a6457f5e1c" TargetMode="Externa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55B2-AB7C-8E24-8695-D6EAF49BA8D8}"/>
              </a:ext>
            </a:extLst>
          </p:cNvPr>
          <p:cNvSpPr>
            <a:spLocks noGrp="1"/>
          </p:cNvSpPr>
          <p:nvPr>
            <p:ph type="title"/>
          </p:nvPr>
        </p:nvSpPr>
        <p:spPr/>
        <p:txBody>
          <a:bodyPr/>
          <a:lstStyle/>
          <a:p>
            <a:r>
              <a:rPr lang="en-US" dirty="0"/>
              <a:t>Table of contents</a:t>
            </a:r>
          </a:p>
        </p:txBody>
      </p:sp>
      <p:sp>
        <p:nvSpPr>
          <p:cNvPr id="4" name="Content Placeholder 3">
            <a:extLst>
              <a:ext uri="{FF2B5EF4-FFF2-40B4-BE49-F238E27FC236}">
                <a16:creationId xmlns:a16="http://schemas.microsoft.com/office/drawing/2014/main" id="{2ACC5111-61D3-2BCB-2399-7087EC9C6340}"/>
              </a:ext>
            </a:extLst>
          </p:cNvPr>
          <p:cNvSpPr>
            <a:spLocks noGrp="1"/>
          </p:cNvSpPr>
          <p:nvPr>
            <p:ph idx="1"/>
          </p:nvPr>
        </p:nvSpPr>
        <p:spPr/>
        <p:txBody>
          <a:bodyPr numCol="2"/>
          <a:lstStyle/>
          <a:p>
            <a:pPr marL="0" indent="0">
              <a:buNone/>
            </a:pPr>
            <a:r>
              <a:rPr lang="en-US" dirty="0">
                <a:hlinkClick r:id="rId2" action="ppaction://hlinksldjump"/>
              </a:rPr>
              <a:t>2 - Typography</a:t>
            </a:r>
            <a:endParaRPr lang="en-US" dirty="0"/>
          </a:p>
          <a:p>
            <a:pPr marL="0" indent="0">
              <a:buNone/>
            </a:pPr>
            <a:r>
              <a:rPr lang="en-US" dirty="0">
                <a:hlinkClick r:id="rId3" action="ppaction://hlinksldjump"/>
              </a:rPr>
              <a:t>3 - Color palate</a:t>
            </a:r>
            <a:endParaRPr lang="en-US" dirty="0"/>
          </a:p>
          <a:p>
            <a:pPr marL="0" indent="0">
              <a:buNone/>
            </a:pPr>
            <a:r>
              <a:rPr lang="en-US" dirty="0">
                <a:hlinkClick r:id="rId4" action="ppaction://hlinksldjump"/>
              </a:rPr>
              <a:t>4 - Color accessibility</a:t>
            </a:r>
            <a:endParaRPr lang="en-US" dirty="0"/>
          </a:p>
          <a:p>
            <a:pPr marL="0" indent="0">
              <a:buNone/>
            </a:pPr>
            <a:r>
              <a:rPr lang="en-US" dirty="0">
                <a:hlinkClick r:id="rId5" action="ppaction://hlinksldjump"/>
              </a:rPr>
              <a:t>5 - Devices</a:t>
            </a:r>
            <a:endParaRPr lang="en-US" dirty="0"/>
          </a:p>
          <a:p>
            <a:pPr marL="0" indent="0">
              <a:buNone/>
            </a:pPr>
            <a:r>
              <a:rPr lang="en-US" dirty="0">
                <a:hlinkClick r:id="rId6" action="ppaction://hlinksldjump"/>
              </a:rPr>
              <a:t>6 - Additional resources</a:t>
            </a:r>
            <a:endParaRPr lang="en-US" dirty="0"/>
          </a:p>
          <a:p>
            <a:pPr marL="0" indent="0">
              <a:buNone/>
            </a:pPr>
            <a:r>
              <a:rPr lang="en-US" dirty="0">
                <a:hlinkClick r:id="rId7" action="ppaction://hlinksldjump"/>
              </a:rPr>
              <a:t>7 - Alternative text</a:t>
            </a:r>
            <a:endParaRPr lang="en-US" dirty="0"/>
          </a:p>
          <a:p>
            <a:pPr marL="0" indent="0">
              <a:buNone/>
            </a:pPr>
            <a:r>
              <a:rPr lang="en-US" dirty="0">
                <a:hlinkClick r:id="rId8" action="ppaction://hlinksldjump"/>
              </a:rPr>
              <a:t>8 - Reading order</a:t>
            </a:r>
            <a:endParaRPr lang="en-US" dirty="0"/>
          </a:p>
          <a:p>
            <a:pPr marL="0" indent="0">
              <a:buNone/>
            </a:pPr>
            <a:r>
              <a:rPr lang="en-US" dirty="0">
                <a:hlinkClick r:id="rId9" action="ppaction://hlinksldjump"/>
              </a:rPr>
              <a:t>9 - Cover slides</a:t>
            </a:r>
            <a:endParaRPr lang="en-US" dirty="0">
              <a:hlinkClick r:id="rId3" action="ppaction://hlinksldjump"/>
            </a:endParaRPr>
          </a:p>
          <a:p>
            <a:pPr marL="0" lvl="0" indent="0">
              <a:buNone/>
            </a:pPr>
            <a:r>
              <a:rPr lang="en-US" noProof="0" dirty="0">
                <a:hlinkClick r:id="rId10" action="ppaction://hlinksldjump"/>
              </a:rPr>
              <a:t>18 - Divider slides</a:t>
            </a:r>
            <a:endParaRPr lang="en-US" noProof="0" dirty="0">
              <a:hlinkClick r:id="" action="ppaction://noaction"/>
            </a:endParaRPr>
          </a:p>
          <a:p>
            <a:pPr marL="0" lvl="0" indent="0">
              <a:buNone/>
            </a:pPr>
            <a:r>
              <a:rPr lang="en-US" noProof="0" dirty="0">
                <a:hlinkClick r:id="rId11" action="ppaction://hlinksldjump"/>
              </a:rPr>
              <a:t>21 - Agenda slides</a:t>
            </a:r>
            <a:endParaRPr lang="en-US" noProof="0" dirty="0">
              <a:hlinkClick r:id="rId12" action="ppaction://hlinksldjump"/>
            </a:endParaRPr>
          </a:p>
          <a:p>
            <a:pPr marL="0" lvl="0" indent="0">
              <a:buNone/>
            </a:pPr>
            <a:r>
              <a:rPr lang="en-US" noProof="0" dirty="0">
                <a:hlinkClick r:id="rId13" action="ppaction://hlinksldjump"/>
              </a:rPr>
              <a:t>23 - Quote slides</a:t>
            </a:r>
            <a:endParaRPr lang="en-US" noProof="0" dirty="0">
              <a:hlinkClick r:id="rId14" action="ppaction://hlinksldjump"/>
            </a:endParaRPr>
          </a:p>
          <a:p>
            <a:pPr marL="0" lvl="0" indent="0">
              <a:buNone/>
            </a:pPr>
            <a:r>
              <a:rPr lang="en-US" noProof="0" dirty="0">
                <a:hlinkClick r:id="rId15" action="ppaction://hlinksldjump"/>
              </a:rPr>
              <a:t>26 - Content slides</a:t>
            </a:r>
            <a:endParaRPr lang="en-US" noProof="0" dirty="0"/>
          </a:p>
          <a:p>
            <a:pPr marL="0" lvl="0" indent="0">
              <a:buNone/>
            </a:pPr>
            <a:r>
              <a:rPr lang="en-US" dirty="0">
                <a:hlinkClick r:id="rId16" action="ppaction://hlinksldjump"/>
              </a:rPr>
              <a:t>39 - Table sample layout</a:t>
            </a:r>
            <a:endParaRPr lang="en-US" noProof="0" dirty="0">
              <a:hlinkClick r:id="rId12" action="ppaction://hlinksldjump"/>
            </a:endParaRPr>
          </a:p>
          <a:p>
            <a:pPr marL="0" lvl="0" indent="0">
              <a:buNone/>
            </a:pPr>
            <a:r>
              <a:rPr lang="en-US" noProof="0" dirty="0">
                <a:hlinkClick r:id="rId17" action="ppaction://hlinksldjump"/>
              </a:rPr>
              <a:t>40 - Chart sample layout</a:t>
            </a:r>
            <a:endParaRPr lang="en-US" noProof="0" dirty="0"/>
          </a:p>
          <a:p>
            <a:pPr marL="0" lvl="0" indent="0">
              <a:buNone/>
            </a:pPr>
            <a:r>
              <a:rPr lang="en-US" noProof="0" dirty="0">
                <a:hlinkClick r:id="rId18" action="ppaction://hlinksldjump"/>
              </a:rPr>
              <a:t>41 - Data sample layout</a:t>
            </a:r>
            <a:endParaRPr lang="en-US" noProof="0" dirty="0"/>
          </a:p>
          <a:p>
            <a:pPr marL="0" indent="0">
              <a:buNone/>
            </a:pPr>
            <a:r>
              <a:rPr lang="en-US" noProof="0" dirty="0">
                <a:hlinkClick r:id="rId19" action="ppaction://hlinksldjump"/>
              </a:rPr>
              <a:t>43 - Question and answer slide</a:t>
            </a:r>
            <a:endParaRPr lang="en-US" noProof="0" dirty="0"/>
          </a:p>
          <a:p>
            <a:pPr marL="0" lvl="0" indent="0">
              <a:buNone/>
            </a:pPr>
            <a:r>
              <a:rPr lang="en-US" dirty="0">
                <a:hlinkClick r:id="rId20" action="ppaction://hlinksldjump"/>
              </a:rPr>
              <a:t>44 - Appendix slide</a:t>
            </a:r>
            <a:endParaRPr lang="en-US" noProof="0" dirty="0">
              <a:hlinkClick r:id="rId21" action="ppaction://hlinksldjump"/>
            </a:endParaRPr>
          </a:p>
          <a:p>
            <a:pPr marL="0" indent="0">
              <a:buNone/>
            </a:pPr>
            <a:r>
              <a:rPr lang="en-US" dirty="0">
                <a:hlinkClick r:id="rId22" action="ppaction://hlinksldjump"/>
              </a:rPr>
              <a:t>46 - Thank you slide</a:t>
            </a:r>
            <a:endParaRPr lang="en-US" dirty="0"/>
          </a:p>
          <a:p>
            <a:pPr marL="0" lvl="0" indent="0">
              <a:buNone/>
            </a:pPr>
            <a:r>
              <a:rPr lang="en-US" noProof="0" dirty="0">
                <a:hlinkClick r:id="rId23" action="ppaction://hlinksldjump"/>
              </a:rPr>
              <a:t>46 - Closing slide</a:t>
            </a:r>
            <a:endParaRPr lang="en-US" noProof="0" dirty="0">
              <a:hlinkClick r:id="rId24" action="ppaction://hlinksldjump"/>
            </a:endParaRPr>
          </a:p>
          <a:p>
            <a:endParaRPr lang="en-US" dirty="0"/>
          </a:p>
        </p:txBody>
      </p:sp>
      <p:sp>
        <p:nvSpPr>
          <p:cNvPr id="3" name="Slide Number Placeholder 2">
            <a:extLst>
              <a:ext uri="{FF2B5EF4-FFF2-40B4-BE49-F238E27FC236}">
                <a16:creationId xmlns:a16="http://schemas.microsoft.com/office/drawing/2014/main" id="{D35E48C4-F617-40A4-B572-91EC425B6F88}"/>
              </a:ext>
            </a:extLst>
          </p:cNvPr>
          <p:cNvSpPr>
            <a:spLocks noGrp="1"/>
          </p:cNvSpPr>
          <p:nvPr>
            <p:ph type="sldNum" sz="quarter" idx="10"/>
          </p:nvPr>
        </p:nvSpPr>
        <p:spPr/>
        <p:txBody>
          <a:bodyPr/>
          <a:lstStyle/>
          <a:p>
            <a:fld id="{E1134B45-AF8D-4DE1-B6B3-818C9AE12BDB}" type="slidenum">
              <a:rPr lang="en-US" smtClean="0"/>
              <a:pPr/>
              <a:t>1</a:t>
            </a:fld>
            <a:endParaRPr lang="en-US" dirty="0"/>
          </a:p>
        </p:txBody>
      </p:sp>
    </p:spTree>
    <p:extLst>
      <p:ext uri="{BB962C8B-B14F-4D97-AF65-F5344CB8AC3E}">
        <p14:creationId xmlns:p14="http://schemas.microsoft.com/office/powerpoint/2010/main" val="1150291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D403E7F-2E05-D07F-0699-1FB188754F15}"/>
              </a:ext>
              <a:ext uri="{C183D7F6-B498-43B3-948B-1728B52AA6E4}">
                <adec:decorative xmlns:adec="http://schemas.microsoft.com/office/drawing/2017/decorative" val="1"/>
              </a:ext>
            </a:extLst>
          </p:cNvPr>
          <p:cNvSpPr/>
          <p:nvPr/>
        </p:nvSpPr>
        <p:spPr>
          <a:xfrm>
            <a:off x="457200" y="5439228"/>
            <a:ext cx="4123449" cy="717697"/>
          </a:xfrm>
          <a:prstGeom prst="roundRect">
            <a:avLst/>
          </a:prstGeom>
          <a:solidFill>
            <a:srgbClr val="3787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18CBB0-AF0C-23FD-E5F8-3B7B84E682A2}"/>
              </a:ext>
            </a:extLst>
          </p:cNvPr>
          <p:cNvSpPr>
            <a:spLocks noGrp="1"/>
          </p:cNvSpPr>
          <p:nvPr>
            <p:ph type="title"/>
          </p:nvPr>
        </p:nvSpPr>
        <p:spPr/>
        <p:txBody>
          <a:bodyPr/>
          <a:lstStyle/>
          <a:p>
            <a:r>
              <a:rPr lang="en-US"/>
              <a:t>Important!</a:t>
            </a:r>
            <a:endParaRPr lang="en-US" dirty="0"/>
          </a:p>
        </p:txBody>
      </p:sp>
      <p:sp>
        <p:nvSpPr>
          <p:cNvPr id="4" name="Content Placeholder 3">
            <a:extLst>
              <a:ext uri="{FF2B5EF4-FFF2-40B4-BE49-F238E27FC236}">
                <a16:creationId xmlns:a16="http://schemas.microsoft.com/office/drawing/2014/main" id="{FF4E1D46-E130-1D6D-E363-99C9C21B38C2}"/>
              </a:ext>
            </a:extLst>
          </p:cNvPr>
          <p:cNvSpPr>
            <a:spLocks noGrp="1"/>
          </p:cNvSpPr>
          <p:nvPr>
            <p:ph idx="1"/>
          </p:nvPr>
        </p:nvSpPr>
        <p:spPr>
          <a:xfrm>
            <a:off x="462223" y="1253330"/>
            <a:ext cx="5499752" cy="4735487"/>
          </a:xfrm>
        </p:spPr>
        <p:txBody>
          <a:bodyPr/>
          <a:lstStyle/>
          <a:p>
            <a:pPr marL="0" indent="0">
              <a:buNone/>
            </a:pPr>
            <a:r>
              <a:rPr lang="en-US" sz="1600" dirty="0"/>
              <a:t>Before using this template, ensure you have </a:t>
            </a:r>
            <a:r>
              <a:rPr lang="en-US" sz="1600" b="1" dirty="0"/>
              <a:t>Fidelity Slab and Fidelity Sans 2 </a:t>
            </a:r>
            <a:r>
              <a:rPr lang="en-US" sz="1600" dirty="0"/>
              <a:t>installed on your computer, and that you are working within the PowerPoint desktop app, not the web browser.</a:t>
            </a:r>
          </a:p>
          <a:p>
            <a:pPr marL="0" indent="0">
              <a:buNone/>
            </a:pPr>
            <a:endParaRPr lang="en-US" sz="1600" dirty="0"/>
          </a:p>
          <a:p>
            <a:pPr marL="0" indent="0">
              <a:spcBef>
                <a:spcPts val="0"/>
              </a:spcBef>
              <a:spcAft>
                <a:spcPts val="600"/>
              </a:spcAft>
              <a:buNone/>
            </a:pPr>
            <a:r>
              <a:rPr lang="en-US" sz="1600" dirty="0">
                <a:solidFill>
                  <a:schemeClr val="bg2"/>
                </a:solidFill>
              </a:rPr>
              <a:t>To install brand fonts, follow these steps:</a:t>
            </a:r>
          </a:p>
          <a:p>
            <a:pPr marL="460375" indent="-230188">
              <a:spcBef>
                <a:spcPts val="0"/>
              </a:spcBef>
              <a:spcAft>
                <a:spcPts val="600"/>
              </a:spcAft>
              <a:buAutoNum type="arabicPeriod"/>
              <a:tabLst>
                <a:tab pos="511175" algn="l"/>
                <a:tab pos="568325" algn="l"/>
              </a:tabLst>
            </a:pPr>
            <a:r>
              <a:rPr lang="en-US" sz="1600" dirty="0">
                <a:solidFill>
                  <a:schemeClr val="tx1"/>
                </a:solidFill>
              </a:rPr>
              <a:t>Navigate to the Fidelity Company Portal.</a:t>
            </a:r>
          </a:p>
          <a:p>
            <a:pPr marL="460375" indent="-230188">
              <a:spcBef>
                <a:spcPts val="0"/>
              </a:spcBef>
              <a:spcAft>
                <a:spcPts val="600"/>
              </a:spcAft>
              <a:buAutoNum type="arabicPeriod"/>
              <a:tabLst>
                <a:tab pos="511175" algn="l"/>
                <a:tab pos="568325" algn="l"/>
              </a:tabLst>
            </a:pPr>
            <a:r>
              <a:rPr lang="en-US" sz="1600" dirty="0">
                <a:solidFill>
                  <a:schemeClr val="tx1"/>
                </a:solidFill>
              </a:rPr>
              <a:t>In the Search App bar search for </a:t>
            </a:r>
            <a:r>
              <a:rPr lang="en-US" sz="1600" dirty="0">
                <a:solidFill>
                  <a:schemeClr val="tx1"/>
                </a:solidFill>
                <a:hlinkClick r:id="rId2"/>
              </a:rPr>
              <a:t>Fidelity Slab</a:t>
            </a:r>
            <a:r>
              <a:rPr lang="en-US" sz="1600" dirty="0">
                <a:solidFill>
                  <a:schemeClr val="tx1"/>
                </a:solidFill>
              </a:rPr>
              <a:t> or </a:t>
            </a:r>
            <a:r>
              <a:rPr lang="en-US" sz="1600" dirty="0">
                <a:solidFill>
                  <a:schemeClr val="tx1"/>
                </a:solidFill>
                <a:hlinkClick r:id="rId3"/>
              </a:rPr>
              <a:t>Fidelity Sans 2</a:t>
            </a:r>
            <a:r>
              <a:rPr lang="en-US" sz="1600" dirty="0">
                <a:solidFill>
                  <a:schemeClr val="tx1"/>
                </a:solidFill>
              </a:rPr>
              <a:t>.</a:t>
            </a:r>
          </a:p>
          <a:p>
            <a:pPr marL="460375" indent="-230188">
              <a:spcBef>
                <a:spcPts val="0"/>
              </a:spcBef>
              <a:spcAft>
                <a:spcPts val="600"/>
              </a:spcAft>
              <a:buAutoNum type="arabicPeriod"/>
              <a:tabLst>
                <a:tab pos="511175" algn="l"/>
                <a:tab pos="568325" algn="l"/>
              </a:tabLst>
            </a:pPr>
            <a:r>
              <a:rPr lang="en-US" sz="1600" dirty="0">
                <a:solidFill>
                  <a:schemeClr val="tx1"/>
                </a:solidFill>
              </a:rPr>
              <a:t>To install the font family, select the Install button. The install should be pending.</a:t>
            </a:r>
          </a:p>
          <a:p>
            <a:pPr marL="460375" indent="-230188">
              <a:spcBef>
                <a:spcPts val="0"/>
              </a:spcBef>
              <a:spcAft>
                <a:spcPts val="600"/>
              </a:spcAft>
              <a:buAutoNum type="arabicPeriod"/>
              <a:tabLst>
                <a:tab pos="511175" algn="l"/>
                <a:tab pos="568325" algn="l"/>
              </a:tabLst>
            </a:pPr>
            <a:r>
              <a:rPr lang="en-US" sz="1600" dirty="0">
                <a:solidFill>
                  <a:schemeClr val="tx1"/>
                </a:solidFill>
              </a:rPr>
              <a:t>Once complete, we recommend restarting your computer.</a:t>
            </a:r>
          </a:p>
          <a:p>
            <a:pPr marL="1587" indent="0">
              <a:spcBef>
                <a:spcPts val="0"/>
              </a:spcBef>
              <a:spcAft>
                <a:spcPts val="600"/>
              </a:spcAft>
              <a:buNone/>
              <a:tabLst>
                <a:tab pos="511175" algn="l"/>
                <a:tab pos="568325" algn="l"/>
              </a:tabLst>
            </a:pPr>
            <a:r>
              <a:rPr lang="en-US" sz="1400" i="1" dirty="0">
                <a:solidFill>
                  <a:schemeClr val="tx1"/>
                </a:solidFill>
              </a:rPr>
              <a:t>If you are experiencing any issues, please go to </a:t>
            </a:r>
            <a:r>
              <a:rPr lang="en-US" sz="1400" i="1" dirty="0" err="1">
                <a:solidFill>
                  <a:schemeClr val="tx1"/>
                </a:solidFill>
              </a:rPr>
              <a:t>Techworks</a:t>
            </a:r>
            <a:r>
              <a:rPr lang="en-US" sz="1400" i="1" dirty="0">
                <a:solidFill>
                  <a:schemeClr val="tx1"/>
                </a:solidFill>
              </a:rPr>
              <a:t>.</a:t>
            </a:r>
          </a:p>
          <a:p>
            <a:endParaRPr lang="en-US" sz="1600" dirty="0"/>
          </a:p>
        </p:txBody>
      </p:sp>
      <p:sp>
        <p:nvSpPr>
          <p:cNvPr id="15" name="TextBox 14">
            <a:extLst>
              <a:ext uri="{FF2B5EF4-FFF2-40B4-BE49-F238E27FC236}">
                <a16:creationId xmlns:a16="http://schemas.microsoft.com/office/drawing/2014/main" id="{B46151B2-F9EC-1AB2-603F-7185BC8C8F12}"/>
              </a:ext>
            </a:extLst>
          </p:cNvPr>
          <p:cNvSpPr txBox="1"/>
          <p:nvPr/>
        </p:nvSpPr>
        <p:spPr>
          <a:xfrm>
            <a:off x="1140293" y="5551211"/>
            <a:ext cx="3440356" cy="461665"/>
          </a:xfrm>
          <a:prstGeom prst="rect">
            <a:avLst/>
          </a:prstGeom>
          <a:noFill/>
        </p:spPr>
        <p:txBody>
          <a:bodyPr wrap="square">
            <a:spAutoFit/>
          </a:bodyPr>
          <a:lstStyle/>
          <a:p>
            <a:pPr>
              <a:spcAft>
                <a:spcPts val="600"/>
              </a:spcAft>
              <a:tabLst>
                <a:tab pos="511175" algn="l"/>
                <a:tab pos="568325" algn="l"/>
              </a:tabLst>
            </a:pPr>
            <a:r>
              <a:rPr lang="en-US" sz="1200" b="1" dirty="0">
                <a:solidFill>
                  <a:schemeClr val="bg1"/>
                </a:solidFill>
              </a:rPr>
              <a:t>For tips on how to use brand fonts, explore the </a:t>
            </a:r>
            <a:r>
              <a:rPr lang="en-US" sz="1200" b="1" dirty="0">
                <a:solidFill>
                  <a:schemeClr val="bg1"/>
                </a:solidFill>
                <a:hlinkClick r:id="rId4">
                  <a:extLst>
                    <a:ext uri="{A12FA001-AC4F-418D-AE19-62706E023703}">
                      <ahyp:hlinkClr xmlns:ahyp="http://schemas.microsoft.com/office/drawing/2018/hyperlinkcolor" val="tx"/>
                    </a:ext>
                  </a:extLst>
                </a:hlinkClick>
              </a:rPr>
              <a:t>typography guide on design.fmr.com </a:t>
            </a:r>
            <a:endParaRPr lang="en-US" sz="1200" b="1" dirty="0">
              <a:solidFill>
                <a:schemeClr val="bg1"/>
              </a:solidFill>
            </a:endParaRPr>
          </a:p>
        </p:txBody>
      </p:sp>
      <p:grpSp>
        <p:nvGrpSpPr>
          <p:cNvPr id="5" name="Group 4" descr="Sample of the Fidelity branded PowerPoint template highlighting where to use the Fidelity branded fonts.">
            <a:extLst>
              <a:ext uri="{FF2B5EF4-FFF2-40B4-BE49-F238E27FC236}">
                <a16:creationId xmlns:a16="http://schemas.microsoft.com/office/drawing/2014/main" id="{7697C86C-618B-A4AC-1F19-EE0E4339F7B5}"/>
              </a:ext>
            </a:extLst>
          </p:cNvPr>
          <p:cNvGrpSpPr/>
          <p:nvPr/>
        </p:nvGrpSpPr>
        <p:grpSpPr>
          <a:xfrm>
            <a:off x="6230026" y="1585173"/>
            <a:ext cx="5504774" cy="3207206"/>
            <a:chOff x="6230026" y="1585173"/>
            <a:chExt cx="5504774" cy="3207206"/>
          </a:xfrm>
        </p:grpSpPr>
        <p:pic>
          <p:nvPicPr>
            <p:cNvPr id="6" name="Picture 5">
              <a:extLst>
                <a:ext uri="{FF2B5EF4-FFF2-40B4-BE49-F238E27FC236}">
                  <a16:creationId xmlns:a16="http://schemas.microsoft.com/office/drawing/2014/main" id="{1A228315-5B73-B1A5-4006-5D26B7D839A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090041" y="2179702"/>
              <a:ext cx="4644759" cy="2612677"/>
            </a:xfrm>
            <a:prstGeom prst="rect">
              <a:avLst/>
            </a:prstGeom>
          </p:spPr>
        </p:pic>
        <p:cxnSp>
          <p:nvCxnSpPr>
            <p:cNvPr id="7" name="Straight Connector 6">
              <a:extLst>
                <a:ext uri="{FF2B5EF4-FFF2-40B4-BE49-F238E27FC236}">
                  <a16:creationId xmlns:a16="http://schemas.microsoft.com/office/drawing/2014/main" id="{9CDFE2F6-55EE-ADE4-B13A-74DF024B1112}"/>
                </a:ext>
              </a:extLst>
            </p:cNvPr>
            <p:cNvCxnSpPr>
              <a:cxnSpLocks/>
              <a:endCxn id="10" idx="3"/>
            </p:cNvCxnSpPr>
            <p:nvPr/>
          </p:nvCxnSpPr>
          <p:spPr>
            <a:xfrm flipH="1">
              <a:off x="6883577" y="3197386"/>
              <a:ext cx="504845" cy="38039"/>
            </a:xfrm>
            <a:prstGeom prst="line">
              <a:avLst/>
            </a:prstGeom>
            <a:ln w="1524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B4E0AE1-8BDE-4021-F71D-1CA20B036AF4}"/>
                </a:ext>
              </a:extLst>
            </p:cNvPr>
            <p:cNvCxnSpPr>
              <a:cxnSpLocks/>
              <a:endCxn id="11" idx="3"/>
            </p:cNvCxnSpPr>
            <p:nvPr/>
          </p:nvCxnSpPr>
          <p:spPr>
            <a:xfrm flipH="1" flipV="1">
              <a:off x="6883577" y="4110943"/>
              <a:ext cx="558008" cy="132863"/>
            </a:xfrm>
            <a:prstGeom prst="line">
              <a:avLst/>
            </a:prstGeom>
            <a:ln w="1524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8F9678-4CB8-9A05-8F2C-7C404E833FF9}"/>
                </a:ext>
              </a:extLst>
            </p:cNvPr>
            <p:cNvCxnSpPr>
              <a:cxnSpLocks/>
              <a:stCxn id="11" idx="3"/>
            </p:cNvCxnSpPr>
            <p:nvPr/>
          </p:nvCxnSpPr>
          <p:spPr>
            <a:xfrm flipV="1">
              <a:off x="6883577" y="3772388"/>
              <a:ext cx="558008" cy="338555"/>
            </a:xfrm>
            <a:prstGeom prst="line">
              <a:avLst/>
            </a:prstGeom>
            <a:ln w="1524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96BE5E-718D-6E06-5373-A4CC52702273}"/>
                </a:ext>
              </a:extLst>
            </p:cNvPr>
            <p:cNvSpPr txBox="1"/>
            <p:nvPr/>
          </p:nvSpPr>
          <p:spPr>
            <a:xfrm>
              <a:off x="6230026" y="3035370"/>
              <a:ext cx="653551" cy="400110"/>
            </a:xfrm>
            <a:prstGeom prst="rect">
              <a:avLst/>
            </a:prstGeom>
            <a:noFill/>
            <a:ln w="12700">
              <a:noFill/>
              <a:prstDash val="sysDash"/>
            </a:ln>
          </p:spPr>
          <p:txBody>
            <a:bodyPr wrap="square" rtlCol="0" anchor="ctr">
              <a:spAutoFit/>
            </a:bodyPr>
            <a:lstStyle/>
            <a:p>
              <a:pPr algn="ctr"/>
              <a:r>
                <a:rPr lang="en-US" sz="1000" b="1" dirty="0"/>
                <a:t>Fidelity Slab</a:t>
              </a:r>
            </a:p>
          </p:txBody>
        </p:sp>
        <p:sp>
          <p:nvSpPr>
            <p:cNvPr id="11" name="TextBox 10">
              <a:extLst>
                <a:ext uri="{FF2B5EF4-FFF2-40B4-BE49-F238E27FC236}">
                  <a16:creationId xmlns:a16="http://schemas.microsoft.com/office/drawing/2014/main" id="{07215A17-50F6-A32E-D1CF-7F86501C1A93}"/>
                </a:ext>
              </a:extLst>
            </p:cNvPr>
            <p:cNvSpPr txBox="1"/>
            <p:nvPr/>
          </p:nvSpPr>
          <p:spPr>
            <a:xfrm>
              <a:off x="6230026" y="3910888"/>
              <a:ext cx="653551" cy="400110"/>
            </a:xfrm>
            <a:prstGeom prst="rect">
              <a:avLst/>
            </a:prstGeom>
            <a:noFill/>
            <a:ln w="12700">
              <a:noFill/>
              <a:prstDash val="sysDash"/>
            </a:ln>
          </p:spPr>
          <p:txBody>
            <a:bodyPr wrap="square" rtlCol="0" anchor="ctr">
              <a:spAutoFit/>
            </a:bodyPr>
            <a:lstStyle/>
            <a:p>
              <a:pPr algn="ctr"/>
              <a:r>
                <a:rPr lang="en-US" sz="1000" b="1" dirty="0"/>
                <a:t>Fidelity Sans 2</a:t>
              </a:r>
            </a:p>
          </p:txBody>
        </p:sp>
        <p:sp>
          <p:nvSpPr>
            <p:cNvPr id="12" name="TextBox 11">
              <a:extLst>
                <a:ext uri="{FF2B5EF4-FFF2-40B4-BE49-F238E27FC236}">
                  <a16:creationId xmlns:a16="http://schemas.microsoft.com/office/drawing/2014/main" id="{6A6409AF-2B29-FE56-467A-F53D77E5D7A0}"/>
                </a:ext>
              </a:extLst>
            </p:cNvPr>
            <p:cNvSpPr txBox="1"/>
            <p:nvPr/>
          </p:nvSpPr>
          <p:spPr>
            <a:xfrm>
              <a:off x="7835071" y="1585173"/>
              <a:ext cx="3154699" cy="461665"/>
            </a:xfrm>
            <a:prstGeom prst="rect">
              <a:avLst/>
            </a:prstGeom>
            <a:noFill/>
          </p:spPr>
          <p:txBody>
            <a:bodyPr wrap="square" rtlCol="0">
              <a:spAutoFit/>
            </a:bodyPr>
            <a:lstStyle/>
            <a:p>
              <a:pPr algn="ctr"/>
              <a:r>
                <a:rPr lang="en-US" sz="1200" b="1"/>
                <a:t>Template for reference with correct brand fonts installed.</a:t>
              </a:r>
            </a:p>
          </p:txBody>
        </p:sp>
      </p:grpSp>
      <p:pic>
        <p:nvPicPr>
          <p:cNvPr id="14" name="Graphic 13">
            <a:extLst>
              <a:ext uri="{FF2B5EF4-FFF2-40B4-BE49-F238E27FC236}">
                <a16:creationId xmlns:a16="http://schemas.microsoft.com/office/drawing/2014/main" id="{098304E2-6580-A467-69DB-9AFCB3AA760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9782" y="5619697"/>
            <a:ext cx="334694" cy="334694"/>
          </a:xfrm>
          <a:prstGeom prst="rect">
            <a:avLst/>
          </a:prstGeom>
        </p:spPr>
      </p:pic>
      <p:sp>
        <p:nvSpPr>
          <p:cNvPr id="3" name="Slide Number Placeholder 2">
            <a:extLst>
              <a:ext uri="{FF2B5EF4-FFF2-40B4-BE49-F238E27FC236}">
                <a16:creationId xmlns:a16="http://schemas.microsoft.com/office/drawing/2014/main" id="{7E1471D1-96F1-2613-A383-671BEF3034A6}"/>
              </a:ext>
            </a:extLst>
          </p:cNvPr>
          <p:cNvSpPr>
            <a:spLocks noGrp="1"/>
          </p:cNvSpPr>
          <p:nvPr>
            <p:ph type="sldNum" sz="quarter" idx="10"/>
          </p:nvPr>
        </p:nvSpPr>
        <p:spPr/>
        <p:txBody>
          <a:bodyPr/>
          <a:lstStyle/>
          <a:p>
            <a:fld id="{E1134B45-AF8D-4DE1-B6B3-818C9AE12BDB}" type="slidenum">
              <a:rPr lang="en-US" smtClean="0"/>
              <a:pPr/>
              <a:t>2</a:t>
            </a:fld>
            <a:endParaRPr lang="en-US" dirty="0"/>
          </a:p>
        </p:txBody>
      </p:sp>
    </p:spTree>
    <p:extLst>
      <p:ext uri="{BB962C8B-B14F-4D97-AF65-F5344CB8AC3E}">
        <p14:creationId xmlns:p14="http://schemas.microsoft.com/office/powerpoint/2010/main" val="2843589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2C6726-70F2-865A-B669-EC6E1EE889BE}"/>
              </a:ext>
            </a:extLst>
          </p:cNvPr>
          <p:cNvSpPr>
            <a:spLocks noGrp="1"/>
          </p:cNvSpPr>
          <p:nvPr>
            <p:ph type="title"/>
          </p:nvPr>
        </p:nvSpPr>
        <p:spPr/>
        <p:txBody>
          <a:bodyPr/>
          <a:lstStyle/>
          <a:p>
            <a:r>
              <a:rPr lang="en-US" dirty="0"/>
              <a:t>The Fidelity palette</a:t>
            </a:r>
          </a:p>
        </p:txBody>
      </p:sp>
      <p:sp>
        <p:nvSpPr>
          <p:cNvPr id="8" name="Content Placeholder 3">
            <a:extLst>
              <a:ext uri="{FF2B5EF4-FFF2-40B4-BE49-F238E27FC236}">
                <a16:creationId xmlns:a16="http://schemas.microsoft.com/office/drawing/2014/main" id="{E0F5274E-232F-A822-941C-36E4A99ABAF2}"/>
              </a:ext>
            </a:extLst>
          </p:cNvPr>
          <p:cNvSpPr txBox="1">
            <a:spLocks/>
          </p:cNvSpPr>
          <p:nvPr/>
        </p:nvSpPr>
        <p:spPr>
          <a:xfrm>
            <a:off x="462222" y="2401519"/>
            <a:ext cx="2620610" cy="2222163"/>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Color Contrast Grid</a:t>
            </a:r>
          </a:p>
          <a:p>
            <a:pPr marL="0" indent="0">
              <a:buFont typeface="Arial" panose="020B0604020202020204" pitchFamily="34" charset="0"/>
              <a:buNone/>
            </a:pPr>
            <a:r>
              <a:rPr lang="en-US" sz="1800"/>
              <a:t>Color contrast impacts the readability of your content. </a:t>
            </a:r>
            <a:r>
              <a:rPr lang="en-US" sz="1800">
                <a:hlinkClick r:id="rId2"/>
              </a:rPr>
              <a:t>Explore our contrast grid to ensure perceivability</a:t>
            </a:r>
            <a:r>
              <a:rPr lang="en-US" sz="1800"/>
              <a:t> and review the </a:t>
            </a:r>
            <a:r>
              <a:rPr lang="en-US" sz="1800">
                <a:hlinkClick r:id="rId3"/>
              </a:rPr>
              <a:t>brand guidelines</a:t>
            </a:r>
            <a:r>
              <a:rPr lang="en-US" sz="1800"/>
              <a:t>.</a:t>
            </a:r>
          </a:p>
        </p:txBody>
      </p:sp>
      <p:pic>
        <p:nvPicPr>
          <p:cNvPr id="5" name="Picture 4" descr="Screenshot of the Fidelity color palette from the brand guidelines.">
            <a:extLst>
              <a:ext uri="{FF2B5EF4-FFF2-40B4-BE49-F238E27FC236}">
                <a16:creationId xmlns:a16="http://schemas.microsoft.com/office/drawing/2014/main" id="{EF398DB0-0ADF-27EF-A2E5-4BA50CC7E623}"/>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6737" t="10646" r="5049" b="6213"/>
          <a:stretch/>
        </p:blipFill>
        <p:spPr>
          <a:xfrm>
            <a:off x="3427694" y="1311939"/>
            <a:ext cx="8302084" cy="4401325"/>
          </a:xfrm>
          <a:prstGeom prst="rect">
            <a:avLst/>
          </a:prstGeom>
        </p:spPr>
      </p:pic>
      <p:sp>
        <p:nvSpPr>
          <p:cNvPr id="2" name="Slide Number Placeholder 1">
            <a:extLst>
              <a:ext uri="{FF2B5EF4-FFF2-40B4-BE49-F238E27FC236}">
                <a16:creationId xmlns:a16="http://schemas.microsoft.com/office/drawing/2014/main" id="{7FAD12C6-3EA6-1E4D-5B35-006F96EF03F0}"/>
              </a:ext>
            </a:extLst>
          </p:cNvPr>
          <p:cNvSpPr>
            <a:spLocks noGrp="1"/>
          </p:cNvSpPr>
          <p:nvPr>
            <p:ph type="sldNum" sz="quarter" idx="10"/>
          </p:nvPr>
        </p:nvSpPr>
        <p:spPr/>
        <p:txBody>
          <a:bodyPr/>
          <a:lstStyle/>
          <a:p>
            <a:fld id="{E1134B45-AF8D-4DE1-B6B3-818C9AE12BDB}" type="slidenum">
              <a:rPr lang="en-US" smtClean="0"/>
              <a:pPr/>
              <a:t>3</a:t>
            </a:fld>
            <a:endParaRPr lang="en-US" dirty="0"/>
          </a:p>
        </p:txBody>
      </p:sp>
    </p:spTree>
    <p:extLst>
      <p:ext uri="{BB962C8B-B14F-4D97-AF65-F5344CB8AC3E}">
        <p14:creationId xmlns:p14="http://schemas.microsoft.com/office/powerpoint/2010/main" val="397928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00107E-FDBC-EADB-1E67-C8D403A0B30C}"/>
              </a:ext>
            </a:extLst>
          </p:cNvPr>
          <p:cNvSpPr>
            <a:spLocks noGrp="1"/>
          </p:cNvSpPr>
          <p:nvPr>
            <p:ph idx="1"/>
          </p:nvPr>
        </p:nvSpPr>
        <p:spPr>
          <a:xfrm>
            <a:off x="462222" y="1253330"/>
            <a:ext cx="11272577" cy="4735487"/>
          </a:xfrm>
        </p:spPr>
        <p:txBody>
          <a:bodyPr/>
          <a:lstStyle/>
          <a:p>
            <a:pPr marL="0" indent="0">
              <a:buNone/>
            </a:pPr>
            <a:r>
              <a:rPr lang="en-US" dirty="0"/>
              <a:t>Color accessibility refers to a color’s contrast ratio, on light and dark backgrounds for both text, and larger graphical elements. </a:t>
            </a:r>
            <a:r>
              <a:rPr lang="en-US" dirty="0">
                <a:hlinkClick r:id="rId2"/>
              </a:rPr>
              <a:t>Check your own color combo</a:t>
            </a:r>
            <a:r>
              <a:rPr lang="en-US" dirty="0"/>
              <a:t>.</a:t>
            </a:r>
          </a:p>
        </p:txBody>
      </p:sp>
      <p:sp>
        <p:nvSpPr>
          <p:cNvPr id="4" name="Title 3">
            <a:extLst>
              <a:ext uri="{FF2B5EF4-FFF2-40B4-BE49-F238E27FC236}">
                <a16:creationId xmlns:a16="http://schemas.microsoft.com/office/drawing/2014/main" id="{E32C6726-70F2-865A-B669-EC6E1EE889BE}"/>
              </a:ext>
            </a:extLst>
          </p:cNvPr>
          <p:cNvSpPr>
            <a:spLocks noGrp="1"/>
          </p:cNvSpPr>
          <p:nvPr>
            <p:ph type="title"/>
          </p:nvPr>
        </p:nvSpPr>
        <p:spPr>
          <a:xfrm>
            <a:off x="462223" y="365125"/>
            <a:ext cx="11267554" cy="720097"/>
          </a:xfrm>
        </p:spPr>
        <p:txBody>
          <a:bodyPr/>
          <a:lstStyle/>
          <a:p>
            <a:r>
              <a:rPr lang="en-US" dirty="0"/>
              <a:t>Color accessibility</a:t>
            </a:r>
          </a:p>
        </p:txBody>
      </p:sp>
      <p:sp>
        <p:nvSpPr>
          <p:cNvPr id="121" name="TextBox 120">
            <a:extLst>
              <a:ext uri="{FF2B5EF4-FFF2-40B4-BE49-F238E27FC236}">
                <a16:creationId xmlns:a16="http://schemas.microsoft.com/office/drawing/2014/main" id="{06BC3362-CAEB-68FC-7DFB-E5C80EEBD61B}"/>
              </a:ext>
            </a:extLst>
          </p:cNvPr>
          <p:cNvSpPr txBox="1"/>
          <p:nvPr/>
        </p:nvSpPr>
        <p:spPr>
          <a:xfrm>
            <a:off x="1161632" y="2491421"/>
            <a:ext cx="1516002" cy="584775"/>
          </a:xfrm>
          <a:prstGeom prst="rect">
            <a:avLst/>
          </a:prstGeom>
          <a:noFill/>
        </p:spPr>
        <p:txBody>
          <a:bodyPr wrap="square" rtlCol="0">
            <a:spAutoFit/>
          </a:bodyPr>
          <a:lstStyle/>
          <a:p>
            <a:r>
              <a:rPr lang="en-US" sz="1600" b="1" dirty="0"/>
              <a:t>White Background</a:t>
            </a:r>
          </a:p>
        </p:txBody>
      </p:sp>
      <p:sp>
        <p:nvSpPr>
          <p:cNvPr id="119" name="Rectangle: Rounded Corners 118">
            <a:extLst>
              <a:ext uri="{FF2B5EF4-FFF2-40B4-BE49-F238E27FC236}">
                <a16:creationId xmlns:a16="http://schemas.microsoft.com/office/drawing/2014/main" id="{77885762-7181-447A-11F2-3C61FE77DBE2}"/>
              </a:ext>
              <a:ext uri="{C183D7F6-B498-43B3-948B-1728B52AA6E4}">
                <adec:decorative xmlns:adec="http://schemas.microsoft.com/office/drawing/2017/decorative" val="1"/>
              </a:ext>
            </a:extLst>
          </p:cNvPr>
          <p:cNvSpPr/>
          <p:nvPr/>
        </p:nvSpPr>
        <p:spPr>
          <a:xfrm>
            <a:off x="926886" y="2141538"/>
            <a:ext cx="4932701" cy="3605958"/>
          </a:xfrm>
          <a:prstGeom prst="roundRect">
            <a:avLst>
              <a:gd name="adj" fmla="val 4121"/>
            </a:avLst>
          </a:prstGeom>
          <a:noFill/>
          <a:ln>
            <a:solidFill>
              <a:srgbClr val="403F3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4" name="Group 273" descr="Black on white background passing color contrast.">
            <a:extLst>
              <a:ext uri="{FF2B5EF4-FFF2-40B4-BE49-F238E27FC236}">
                <a16:creationId xmlns:a16="http://schemas.microsoft.com/office/drawing/2014/main" id="{9455B9FC-7332-9FB0-2671-9316552F9E4B}"/>
              </a:ext>
            </a:extLst>
          </p:cNvPr>
          <p:cNvGrpSpPr/>
          <p:nvPr/>
        </p:nvGrpSpPr>
        <p:grpSpPr>
          <a:xfrm>
            <a:off x="2751681" y="2463828"/>
            <a:ext cx="592385" cy="929137"/>
            <a:chOff x="2751681" y="2463828"/>
            <a:chExt cx="592385" cy="929137"/>
          </a:xfrm>
        </p:grpSpPr>
        <p:sp>
          <p:nvSpPr>
            <p:cNvPr id="6" name="TextBox 5">
              <a:extLst>
                <a:ext uri="{FF2B5EF4-FFF2-40B4-BE49-F238E27FC236}">
                  <a16:creationId xmlns:a16="http://schemas.microsoft.com/office/drawing/2014/main" id="{2696E084-733A-55C2-A1DF-A2C2CD5EE226}"/>
                </a:ext>
              </a:extLst>
            </p:cNvPr>
            <p:cNvSpPr txBox="1"/>
            <p:nvPr/>
          </p:nvSpPr>
          <p:spPr>
            <a:xfrm>
              <a:off x="2751681" y="3085188"/>
              <a:ext cx="592385" cy="307777"/>
            </a:xfrm>
            <a:prstGeom prst="rect">
              <a:avLst/>
            </a:prstGeom>
            <a:noFill/>
          </p:spPr>
          <p:txBody>
            <a:bodyPr wrap="square" rtlCol="0">
              <a:spAutoFit/>
            </a:bodyPr>
            <a:lstStyle/>
            <a:p>
              <a:pPr algn="ctr"/>
              <a:r>
                <a:rPr lang="en-US" sz="1400" b="1" dirty="0"/>
                <a:t>Yes</a:t>
              </a:r>
            </a:p>
          </p:txBody>
        </p:sp>
        <p:grpSp>
          <p:nvGrpSpPr>
            <p:cNvPr id="19" name="Group 18">
              <a:extLst>
                <a:ext uri="{FF2B5EF4-FFF2-40B4-BE49-F238E27FC236}">
                  <a16:creationId xmlns:a16="http://schemas.microsoft.com/office/drawing/2014/main" id="{DC92348F-6AF8-F82B-3C92-5F7C98EFE9BF}"/>
                </a:ext>
              </a:extLst>
            </p:cNvPr>
            <p:cNvGrpSpPr/>
            <p:nvPr/>
          </p:nvGrpSpPr>
          <p:grpSpPr>
            <a:xfrm>
              <a:off x="2769583" y="2463828"/>
              <a:ext cx="556582" cy="556582"/>
              <a:chOff x="593311" y="2719754"/>
              <a:chExt cx="633046" cy="633046"/>
            </a:xfrm>
          </p:grpSpPr>
          <p:sp>
            <p:nvSpPr>
              <p:cNvPr id="3" name="Oval 2">
                <a:extLst>
                  <a:ext uri="{FF2B5EF4-FFF2-40B4-BE49-F238E27FC236}">
                    <a16:creationId xmlns:a16="http://schemas.microsoft.com/office/drawing/2014/main" id="{229A2033-2E2F-FD05-9F5A-9919EC0B3C25}"/>
                  </a:ext>
                </a:extLst>
              </p:cNvPr>
              <p:cNvSpPr/>
              <p:nvPr/>
            </p:nvSpPr>
            <p:spPr>
              <a:xfrm>
                <a:off x="593311" y="2719754"/>
                <a:ext cx="633046" cy="63304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2" name="Graphic 8">
                <a:extLst>
                  <a:ext uri="{FF2B5EF4-FFF2-40B4-BE49-F238E27FC236}">
                    <a16:creationId xmlns:a16="http://schemas.microsoft.com/office/drawing/2014/main" id="{52A30C7B-FBAA-7FC6-9872-23C12D6A5F36}"/>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bg1"/>
                </a:solidFill>
                <a:prstDash val="solid"/>
                <a:round/>
              </a:ln>
            </p:spPr>
            <p:txBody>
              <a:bodyPr rtlCol="0" anchor="ctr"/>
              <a:lstStyle/>
              <a:p>
                <a:endParaRPr lang="en-US" b="1"/>
              </a:p>
            </p:txBody>
          </p:sp>
        </p:grpSp>
      </p:grpSp>
      <p:grpSp>
        <p:nvGrpSpPr>
          <p:cNvPr id="275" name="Group 274" descr="Fidelity Green on white background passing color contrast.">
            <a:extLst>
              <a:ext uri="{FF2B5EF4-FFF2-40B4-BE49-F238E27FC236}">
                <a16:creationId xmlns:a16="http://schemas.microsoft.com/office/drawing/2014/main" id="{40995AC5-5D07-2A2F-66DD-CA0B46702271}"/>
              </a:ext>
            </a:extLst>
          </p:cNvPr>
          <p:cNvGrpSpPr/>
          <p:nvPr/>
        </p:nvGrpSpPr>
        <p:grpSpPr>
          <a:xfrm>
            <a:off x="3508725" y="2463828"/>
            <a:ext cx="592385" cy="929137"/>
            <a:chOff x="3508725" y="2463828"/>
            <a:chExt cx="592385" cy="929137"/>
          </a:xfrm>
        </p:grpSpPr>
        <p:sp>
          <p:nvSpPr>
            <p:cNvPr id="24" name="TextBox 23">
              <a:extLst>
                <a:ext uri="{FF2B5EF4-FFF2-40B4-BE49-F238E27FC236}">
                  <a16:creationId xmlns:a16="http://schemas.microsoft.com/office/drawing/2014/main" id="{B1C80AB1-1F7C-0DCA-229E-B341EC7DD250}"/>
                </a:ext>
              </a:extLst>
            </p:cNvPr>
            <p:cNvSpPr txBox="1"/>
            <p:nvPr/>
          </p:nvSpPr>
          <p:spPr>
            <a:xfrm>
              <a:off x="3508725" y="3085188"/>
              <a:ext cx="592385" cy="307777"/>
            </a:xfrm>
            <a:prstGeom prst="rect">
              <a:avLst/>
            </a:prstGeom>
            <a:noFill/>
          </p:spPr>
          <p:txBody>
            <a:bodyPr wrap="square" rtlCol="0">
              <a:spAutoFit/>
            </a:bodyPr>
            <a:lstStyle/>
            <a:p>
              <a:pPr algn="ctr"/>
              <a:r>
                <a:rPr lang="en-US" sz="1400" b="1" dirty="0">
                  <a:solidFill>
                    <a:schemeClr val="bg2"/>
                  </a:solidFill>
                </a:rPr>
                <a:t>Yes</a:t>
              </a:r>
            </a:p>
          </p:txBody>
        </p:sp>
        <p:grpSp>
          <p:nvGrpSpPr>
            <p:cNvPr id="25" name="Group 24">
              <a:extLst>
                <a:ext uri="{FF2B5EF4-FFF2-40B4-BE49-F238E27FC236}">
                  <a16:creationId xmlns:a16="http://schemas.microsoft.com/office/drawing/2014/main" id="{90786800-5167-937F-3324-A4F3161CD544}"/>
                </a:ext>
              </a:extLst>
            </p:cNvPr>
            <p:cNvGrpSpPr/>
            <p:nvPr/>
          </p:nvGrpSpPr>
          <p:grpSpPr>
            <a:xfrm>
              <a:off x="3526627" y="2463828"/>
              <a:ext cx="556582" cy="556582"/>
              <a:chOff x="593311" y="2719754"/>
              <a:chExt cx="633046" cy="633046"/>
            </a:xfrm>
          </p:grpSpPr>
          <p:sp>
            <p:nvSpPr>
              <p:cNvPr id="26" name="Oval 25">
                <a:extLst>
                  <a:ext uri="{FF2B5EF4-FFF2-40B4-BE49-F238E27FC236}">
                    <a16:creationId xmlns:a16="http://schemas.microsoft.com/office/drawing/2014/main" id="{3FD71A88-4B80-6F61-3B81-EE6618EA4BDB}"/>
                  </a:ext>
                </a:extLst>
              </p:cNvPr>
              <p:cNvSpPr/>
              <p:nvPr/>
            </p:nvSpPr>
            <p:spPr>
              <a:xfrm>
                <a:off x="593311" y="2719754"/>
                <a:ext cx="633046" cy="633046"/>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7" name="Graphic 8">
                <a:extLst>
                  <a:ext uri="{FF2B5EF4-FFF2-40B4-BE49-F238E27FC236}">
                    <a16:creationId xmlns:a16="http://schemas.microsoft.com/office/drawing/2014/main" id="{E3104BA9-00D8-C1B5-007A-5FA06AB9A401}"/>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bg1"/>
                </a:solidFill>
                <a:prstDash val="solid"/>
                <a:round/>
              </a:ln>
            </p:spPr>
            <p:txBody>
              <a:bodyPr rtlCol="0" anchor="ctr"/>
              <a:lstStyle/>
              <a:p>
                <a:endParaRPr lang="en-US" b="1"/>
              </a:p>
            </p:txBody>
          </p:sp>
        </p:grpSp>
      </p:grpSp>
      <p:grpSp>
        <p:nvGrpSpPr>
          <p:cNvPr id="276" name="Group 275" descr="Evergreen on white background passing color contrast.">
            <a:extLst>
              <a:ext uri="{FF2B5EF4-FFF2-40B4-BE49-F238E27FC236}">
                <a16:creationId xmlns:a16="http://schemas.microsoft.com/office/drawing/2014/main" id="{FE021935-B24A-239A-656B-1C1D00A4E04B}"/>
              </a:ext>
            </a:extLst>
          </p:cNvPr>
          <p:cNvGrpSpPr/>
          <p:nvPr/>
        </p:nvGrpSpPr>
        <p:grpSpPr>
          <a:xfrm>
            <a:off x="4264669" y="2463828"/>
            <a:ext cx="592385" cy="929137"/>
            <a:chOff x="4264669" y="2463828"/>
            <a:chExt cx="592385" cy="929137"/>
          </a:xfrm>
        </p:grpSpPr>
        <p:sp>
          <p:nvSpPr>
            <p:cNvPr id="38" name="TextBox 37">
              <a:extLst>
                <a:ext uri="{FF2B5EF4-FFF2-40B4-BE49-F238E27FC236}">
                  <a16:creationId xmlns:a16="http://schemas.microsoft.com/office/drawing/2014/main" id="{99F0D9FC-98AC-F69A-3FE6-A87423508B3A}"/>
                </a:ext>
              </a:extLst>
            </p:cNvPr>
            <p:cNvSpPr txBox="1"/>
            <p:nvPr/>
          </p:nvSpPr>
          <p:spPr>
            <a:xfrm>
              <a:off x="4264669" y="3085188"/>
              <a:ext cx="592385" cy="307777"/>
            </a:xfrm>
            <a:prstGeom prst="rect">
              <a:avLst/>
            </a:prstGeom>
            <a:noFill/>
          </p:spPr>
          <p:txBody>
            <a:bodyPr wrap="square" rtlCol="0">
              <a:spAutoFit/>
            </a:bodyPr>
            <a:lstStyle/>
            <a:p>
              <a:pPr algn="ctr"/>
              <a:r>
                <a:rPr lang="en-US" sz="1400" b="1" dirty="0">
                  <a:solidFill>
                    <a:schemeClr val="tx2"/>
                  </a:solidFill>
                </a:rPr>
                <a:t>Yes</a:t>
              </a:r>
            </a:p>
          </p:txBody>
        </p:sp>
        <p:grpSp>
          <p:nvGrpSpPr>
            <p:cNvPr id="39" name="Group 38">
              <a:extLst>
                <a:ext uri="{FF2B5EF4-FFF2-40B4-BE49-F238E27FC236}">
                  <a16:creationId xmlns:a16="http://schemas.microsoft.com/office/drawing/2014/main" id="{7A698C46-06E6-AFBC-5F3A-0A72F19C9A9F}"/>
                </a:ext>
              </a:extLst>
            </p:cNvPr>
            <p:cNvGrpSpPr/>
            <p:nvPr/>
          </p:nvGrpSpPr>
          <p:grpSpPr>
            <a:xfrm>
              <a:off x="4282571" y="2463828"/>
              <a:ext cx="556582" cy="556582"/>
              <a:chOff x="593311" y="2719754"/>
              <a:chExt cx="633046" cy="633046"/>
            </a:xfrm>
          </p:grpSpPr>
          <p:sp>
            <p:nvSpPr>
              <p:cNvPr id="40" name="Oval 39">
                <a:extLst>
                  <a:ext uri="{FF2B5EF4-FFF2-40B4-BE49-F238E27FC236}">
                    <a16:creationId xmlns:a16="http://schemas.microsoft.com/office/drawing/2014/main" id="{718317ED-1ADC-1696-F1BB-0F7EAD857EA9}"/>
                  </a:ext>
                </a:extLst>
              </p:cNvPr>
              <p:cNvSpPr/>
              <p:nvPr/>
            </p:nvSpPr>
            <p:spPr>
              <a:xfrm>
                <a:off x="593311" y="2719754"/>
                <a:ext cx="633046" cy="63304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1" name="Graphic 8">
                <a:extLst>
                  <a:ext uri="{FF2B5EF4-FFF2-40B4-BE49-F238E27FC236}">
                    <a16:creationId xmlns:a16="http://schemas.microsoft.com/office/drawing/2014/main" id="{EE3C5F67-94FE-80B5-F448-EF72DB4C0327}"/>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bg1"/>
                </a:solidFill>
                <a:prstDash val="solid"/>
                <a:round/>
              </a:ln>
            </p:spPr>
            <p:txBody>
              <a:bodyPr rtlCol="0" anchor="ctr"/>
              <a:lstStyle/>
              <a:p>
                <a:endParaRPr lang="en-US" b="1"/>
              </a:p>
            </p:txBody>
          </p:sp>
        </p:grpSp>
      </p:grpSp>
      <p:grpSp>
        <p:nvGrpSpPr>
          <p:cNvPr id="293" name="Group 292" descr="Lime green on white background not passing color contrast.">
            <a:extLst>
              <a:ext uri="{FF2B5EF4-FFF2-40B4-BE49-F238E27FC236}">
                <a16:creationId xmlns:a16="http://schemas.microsoft.com/office/drawing/2014/main" id="{C280EF85-1322-7A8B-FC17-DD21FA38C898}"/>
              </a:ext>
            </a:extLst>
          </p:cNvPr>
          <p:cNvGrpSpPr/>
          <p:nvPr/>
        </p:nvGrpSpPr>
        <p:grpSpPr>
          <a:xfrm>
            <a:off x="5022811" y="2463828"/>
            <a:ext cx="592385" cy="929137"/>
            <a:chOff x="5022811" y="2463828"/>
            <a:chExt cx="592385" cy="929137"/>
          </a:xfrm>
        </p:grpSpPr>
        <p:sp>
          <p:nvSpPr>
            <p:cNvPr id="29" name="TextBox 28">
              <a:extLst>
                <a:ext uri="{FF2B5EF4-FFF2-40B4-BE49-F238E27FC236}">
                  <a16:creationId xmlns:a16="http://schemas.microsoft.com/office/drawing/2014/main" id="{31A00623-6457-ACC3-EEED-94EA3169C778}"/>
                </a:ext>
              </a:extLst>
            </p:cNvPr>
            <p:cNvSpPr txBox="1"/>
            <p:nvPr/>
          </p:nvSpPr>
          <p:spPr>
            <a:xfrm>
              <a:off x="5022811" y="3085188"/>
              <a:ext cx="592385" cy="307777"/>
            </a:xfrm>
            <a:prstGeom prst="rect">
              <a:avLst/>
            </a:prstGeom>
            <a:noFill/>
          </p:spPr>
          <p:txBody>
            <a:bodyPr wrap="square" rtlCol="0">
              <a:spAutoFit/>
            </a:bodyPr>
            <a:lstStyle/>
            <a:p>
              <a:pPr algn="ctr"/>
              <a:r>
                <a:rPr lang="en-US" sz="1400" dirty="0"/>
                <a:t>No</a:t>
              </a:r>
            </a:p>
          </p:txBody>
        </p:sp>
        <p:grpSp>
          <p:nvGrpSpPr>
            <p:cNvPr id="30" name="Group 29">
              <a:extLst>
                <a:ext uri="{FF2B5EF4-FFF2-40B4-BE49-F238E27FC236}">
                  <a16:creationId xmlns:a16="http://schemas.microsoft.com/office/drawing/2014/main" id="{310383F6-8265-9637-BD90-CAA73664E5A7}"/>
                </a:ext>
              </a:extLst>
            </p:cNvPr>
            <p:cNvGrpSpPr/>
            <p:nvPr/>
          </p:nvGrpSpPr>
          <p:grpSpPr>
            <a:xfrm>
              <a:off x="5040713" y="2463828"/>
              <a:ext cx="556582" cy="556582"/>
              <a:chOff x="1468387" y="2715744"/>
              <a:chExt cx="633046" cy="633046"/>
            </a:xfrm>
          </p:grpSpPr>
          <p:sp>
            <p:nvSpPr>
              <p:cNvPr id="31" name="Oval 30">
                <a:extLst>
                  <a:ext uri="{FF2B5EF4-FFF2-40B4-BE49-F238E27FC236}">
                    <a16:creationId xmlns:a16="http://schemas.microsoft.com/office/drawing/2014/main" id="{55500642-3ADD-E110-8612-4CF27973D1FC}"/>
                  </a:ext>
                </a:extLst>
              </p:cNvPr>
              <p:cNvSpPr/>
              <p:nvPr/>
            </p:nvSpPr>
            <p:spPr>
              <a:xfrm>
                <a:off x="1468387" y="2715744"/>
                <a:ext cx="633046" cy="6330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grpSp>
            <p:nvGrpSpPr>
              <p:cNvPr id="32" name="Graphic 10">
                <a:extLst>
                  <a:ext uri="{FF2B5EF4-FFF2-40B4-BE49-F238E27FC236}">
                    <a16:creationId xmlns:a16="http://schemas.microsoft.com/office/drawing/2014/main" id="{191784C5-A25F-54F6-F27E-272FCA3D2E1F}"/>
                  </a:ext>
                </a:extLst>
              </p:cNvPr>
              <p:cNvGrpSpPr/>
              <p:nvPr/>
            </p:nvGrpSpPr>
            <p:grpSpPr>
              <a:xfrm>
                <a:off x="1675372" y="2931501"/>
                <a:ext cx="219075" cy="219075"/>
                <a:chOff x="1675372" y="2931501"/>
                <a:chExt cx="219075" cy="219075"/>
              </a:xfrm>
              <a:noFill/>
            </p:grpSpPr>
            <p:sp>
              <p:nvSpPr>
                <p:cNvPr id="33" name="Freeform: Shape 32">
                  <a:extLst>
                    <a:ext uri="{FF2B5EF4-FFF2-40B4-BE49-F238E27FC236}">
                      <a16:creationId xmlns:a16="http://schemas.microsoft.com/office/drawing/2014/main" id="{D70C4AAA-8386-897B-61BF-8378FB0C1E20}"/>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pPr algn="r"/>
                  <a:endParaRPr lang="en-US"/>
                </a:p>
              </p:txBody>
            </p:sp>
            <p:sp>
              <p:nvSpPr>
                <p:cNvPr id="34" name="Freeform: Shape 33">
                  <a:extLst>
                    <a:ext uri="{FF2B5EF4-FFF2-40B4-BE49-F238E27FC236}">
                      <a16:creationId xmlns:a16="http://schemas.microsoft.com/office/drawing/2014/main" id="{BDF594BE-43E7-2A5E-F707-641347760279}"/>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pPr algn="r"/>
                  <a:endParaRPr lang="en-US"/>
                </a:p>
              </p:txBody>
            </p:sp>
          </p:grpSp>
        </p:grpSp>
      </p:grpSp>
      <p:grpSp>
        <p:nvGrpSpPr>
          <p:cNvPr id="273" name="Group 272" descr="Aqua on white background not passing color contrast.">
            <a:extLst>
              <a:ext uri="{FF2B5EF4-FFF2-40B4-BE49-F238E27FC236}">
                <a16:creationId xmlns:a16="http://schemas.microsoft.com/office/drawing/2014/main" id="{260D1748-FD89-8170-717C-6C53354B1393}"/>
              </a:ext>
            </a:extLst>
          </p:cNvPr>
          <p:cNvGrpSpPr/>
          <p:nvPr/>
        </p:nvGrpSpPr>
        <p:grpSpPr>
          <a:xfrm>
            <a:off x="1235799" y="3487876"/>
            <a:ext cx="592385" cy="932907"/>
            <a:chOff x="1235799" y="3487876"/>
            <a:chExt cx="592385" cy="932907"/>
          </a:xfrm>
        </p:grpSpPr>
        <p:sp>
          <p:nvSpPr>
            <p:cNvPr id="50" name="TextBox 49">
              <a:extLst>
                <a:ext uri="{FF2B5EF4-FFF2-40B4-BE49-F238E27FC236}">
                  <a16:creationId xmlns:a16="http://schemas.microsoft.com/office/drawing/2014/main" id="{62375F0D-74CA-48D2-1902-0E6CC3F4B63A}"/>
                </a:ext>
              </a:extLst>
            </p:cNvPr>
            <p:cNvSpPr txBox="1"/>
            <p:nvPr/>
          </p:nvSpPr>
          <p:spPr>
            <a:xfrm>
              <a:off x="1235799" y="4113006"/>
              <a:ext cx="592385" cy="307777"/>
            </a:xfrm>
            <a:prstGeom prst="rect">
              <a:avLst/>
            </a:prstGeom>
            <a:noFill/>
          </p:spPr>
          <p:txBody>
            <a:bodyPr wrap="square" rtlCol="0">
              <a:spAutoFit/>
            </a:bodyPr>
            <a:lstStyle/>
            <a:p>
              <a:pPr algn="ctr"/>
              <a:r>
                <a:rPr lang="en-US" sz="1400" dirty="0"/>
                <a:t>No</a:t>
              </a:r>
            </a:p>
          </p:txBody>
        </p:sp>
        <p:grpSp>
          <p:nvGrpSpPr>
            <p:cNvPr id="51" name="Group 50">
              <a:extLst>
                <a:ext uri="{FF2B5EF4-FFF2-40B4-BE49-F238E27FC236}">
                  <a16:creationId xmlns:a16="http://schemas.microsoft.com/office/drawing/2014/main" id="{5A33DD00-C174-EB7C-C633-0DB7E0695062}"/>
                </a:ext>
              </a:extLst>
            </p:cNvPr>
            <p:cNvGrpSpPr/>
            <p:nvPr/>
          </p:nvGrpSpPr>
          <p:grpSpPr>
            <a:xfrm>
              <a:off x="1253701" y="3487876"/>
              <a:ext cx="556582" cy="556582"/>
              <a:chOff x="1468387" y="2715744"/>
              <a:chExt cx="633046" cy="633046"/>
            </a:xfrm>
          </p:grpSpPr>
          <p:sp>
            <p:nvSpPr>
              <p:cNvPr id="52" name="Oval 51">
                <a:extLst>
                  <a:ext uri="{FF2B5EF4-FFF2-40B4-BE49-F238E27FC236}">
                    <a16:creationId xmlns:a16="http://schemas.microsoft.com/office/drawing/2014/main" id="{241FE86B-E98A-FE12-C724-AFE83684E18C}"/>
                  </a:ext>
                </a:extLst>
              </p:cNvPr>
              <p:cNvSpPr/>
              <p:nvPr/>
            </p:nvSpPr>
            <p:spPr>
              <a:xfrm>
                <a:off x="1468387" y="2715744"/>
                <a:ext cx="633046" cy="633046"/>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aphic 10">
                <a:extLst>
                  <a:ext uri="{FF2B5EF4-FFF2-40B4-BE49-F238E27FC236}">
                    <a16:creationId xmlns:a16="http://schemas.microsoft.com/office/drawing/2014/main" id="{2A998C72-D569-B758-41E5-74BA1EFEEFEF}"/>
                  </a:ext>
                </a:extLst>
              </p:cNvPr>
              <p:cNvGrpSpPr/>
              <p:nvPr/>
            </p:nvGrpSpPr>
            <p:grpSpPr>
              <a:xfrm>
                <a:off x="1675372" y="2931501"/>
                <a:ext cx="219075" cy="219075"/>
                <a:chOff x="1675372" y="2931501"/>
                <a:chExt cx="219075" cy="219075"/>
              </a:xfrm>
              <a:noFill/>
            </p:grpSpPr>
            <p:sp>
              <p:nvSpPr>
                <p:cNvPr id="54" name="Freeform: Shape 53">
                  <a:extLst>
                    <a:ext uri="{FF2B5EF4-FFF2-40B4-BE49-F238E27FC236}">
                      <a16:creationId xmlns:a16="http://schemas.microsoft.com/office/drawing/2014/main" id="{FC4F43EC-C9C9-95BF-544E-AC7CDA8A4A3D}"/>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endParaRPr lang="en-US"/>
                </a:p>
              </p:txBody>
            </p:sp>
            <p:sp>
              <p:nvSpPr>
                <p:cNvPr id="55" name="Freeform: Shape 54">
                  <a:extLst>
                    <a:ext uri="{FF2B5EF4-FFF2-40B4-BE49-F238E27FC236}">
                      <a16:creationId xmlns:a16="http://schemas.microsoft.com/office/drawing/2014/main" id="{B8F6C86E-40D4-EE27-318C-0E71555590FC}"/>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endParaRPr lang="en-US"/>
                </a:p>
              </p:txBody>
            </p:sp>
          </p:grpSp>
        </p:grpSp>
      </p:grpSp>
      <p:grpSp>
        <p:nvGrpSpPr>
          <p:cNvPr id="272" name="Group 271" descr="Sky on white background not passing color contrast.">
            <a:extLst>
              <a:ext uri="{FF2B5EF4-FFF2-40B4-BE49-F238E27FC236}">
                <a16:creationId xmlns:a16="http://schemas.microsoft.com/office/drawing/2014/main" id="{288851C4-82F3-DDFE-EEB6-89F4C48E65F7}"/>
              </a:ext>
            </a:extLst>
          </p:cNvPr>
          <p:cNvGrpSpPr/>
          <p:nvPr/>
        </p:nvGrpSpPr>
        <p:grpSpPr>
          <a:xfrm>
            <a:off x="1994637" y="3487876"/>
            <a:ext cx="592385" cy="932907"/>
            <a:chOff x="1994637" y="3487876"/>
            <a:chExt cx="592385" cy="932907"/>
          </a:xfrm>
        </p:grpSpPr>
        <p:sp>
          <p:nvSpPr>
            <p:cNvPr id="14" name="TextBox 13">
              <a:extLst>
                <a:ext uri="{FF2B5EF4-FFF2-40B4-BE49-F238E27FC236}">
                  <a16:creationId xmlns:a16="http://schemas.microsoft.com/office/drawing/2014/main" id="{BE73AADA-A138-D65E-D89E-349EAFBA0083}"/>
                </a:ext>
              </a:extLst>
            </p:cNvPr>
            <p:cNvSpPr txBox="1"/>
            <p:nvPr/>
          </p:nvSpPr>
          <p:spPr>
            <a:xfrm>
              <a:off x="1994637" y="4113006"/>
              <a:ext cx="592385" cy="307777"/>
            </a:xfrm>
            <a:prstGeom prst="rect">
              <a:avLst/>
            </a:prstGeom>
            <a:noFill/>
          </p:spPr>
          <p:txBody>
            <a:bodyPr wrap="square" rtlCol="0">
              <a:spAutoFit/>
            </a:bodyPr>
            <a:lstStyle/>
            <a:p>
              <a:pPr algn="ctr"/>
              <a:r>
                <a:rPr lang="en-US" sz="1400" dirty="0"/>
                <a:t>No</a:t>
              </a:r>
            </a:p>
          </p:txBody>
        </p:sp>
        <p:grpSp>
          <p:nvGrpSpPr>
            <p:cNvPr id="20" name="Group 19">
              <a:extLst>
                <a:ext uri="{FF2B5EF4-FFF2-40B4-BE49-F238E27FC236}">
                  <a16:creationId xmlns:a16="http://schemas.microsoft.com/office/drawing/2014/main" id="{E894D82B-D7AD-E75D-CBB7-27BAB173926A}"/>
                </a:ext>
              </a:extLst>
            </p:cNvPr>
            <p:cNvGrpSpPr/>
            <p:nvPr/>
          </p:nvGrpSpPr>
          <p:grpSpPr>
            <a:xfrm>
              <a:off x="2012539" y="3487876"/>
              <a:ext cx="556582" cy="556582"/>
              <a:chOff x="1468387" y="2715744"/>
              <a:chExt cx="633046" cy="633046"/>
            </a:xfrm>
          </p:grpSpPr>
          <p:sp>
            <p:nvSpPr>
              <p:cNvPr id="13" name="Oval 12">
                <a:extLst>
                  <a:ext uri="{FF2B5EF4-FFF2-40B4-BE49-F238E27FC236}">
                    <a16:creationId xmlns:a16="http://schemas.microsoft.com/office/drawing/2014/main" id="{ACCA8583-03BD-C286-A258-5DEECA19F080}"/>
                  </a:ext>
                </a:extLst>
              </p:cNvPr>
              <p:cNvSpPr/>
              <p:nvPr/>
            </p:nvSpPr>
            <p:spPr>
              <a:xfrm>
                <a:off x="1468387" y="2715744"/>
                <a:ext cx="633046" cy="633046"/>
              </a:xfrm>
              <a:prstGeom prst="ellipse">
                <a:avLst/>
              </a:prstGeom>
              <a:solidFill>
                <a:srgbClr val="28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aphic 10">
                <a:extLst>
                  <a:ext uri="{FF2B5EF4-FFF2-40B4-BE49-F238E27FC236}">
                    <a16:creationId xmlns:a16="http://schemas.microsoft.com/office/drawing/2014/main" id="{E125AFAD-7423-EA76-5FAE-4FB4F4E0E7C9}"/>
                  </a:ext>
                </a:extLst>
              </p:cNvPr>
              <p:cNvGrpSpPr/>
              <p:nvPr/>
            </p:nvGrpSpPr>
            <p:grpSpPr>
              <a:xfrm>
                <a:off x="1675372" y="2931501"/>
                <a:ext cx="219075" cy="219075"/>
                <a:chOff x="1675372" y="2931501"/>
                <a:chExt cx="219075" cy="219075"/>
              </a:xfrm>
              <a:noFill/>
            </p:grpSpPr>
            <p:sp>
              <p:nvSpPr>
                <p:cNvPr id="16" name="Freeform: Shape 15">
                  <a:extLst>
                    <a:ext uri="{FF2B5EF4-FFF2-40B4-BE49-F238E27FC236}">
                      <a16:creationId xmlns:a16="http://schemas.microsoft.com/office/drawing/2014/main" id="{6DC82256-791B-8E54-0956-14E20C2B0F3F}"/>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endParaRPr lang="en-US"/>
                </a:p>
              </p:txBody>
            </p:sp>
            <p:sp>
              <p:nvSpPr>
                <p:cNvPr id="17" name="Freeform: Shape 16">
                  <a:extLst>
                    <a:ext uri="{FF2B5EF4-FFF2-40B4-BE49-F238E27FC236}">
                      <a16:creationId xmlns:a16="http://schemas.microsoft.com/office/drawing/2014/main" id="{1FBD90C0-930E-94EF-BA04-EEAC82AAAD8D}"/>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endParaRPr lang="en-US"/>
                </a:p>
              </p:txBody>
            </p:sp>
          </p:grpSp>
        </p:grpSp>
      </p:grpSp>
      <p:grpSp>
        <p:nvGrpSpPr>
          <p:cNvPr id="271" name="Group 270" descr="Lapis on white background not passing color constrast.">
            <a:extLst>
              <a:ext uri="{FF2B5EF4-FFF2-40B4-BE49-F238E27FC236}">
                <a16:creationId xmlns:a16="http://schemas.microsoft.com/office/drawing/2014/main" id="{372BDA6E-3029-9AFC-A603-87CC499B7017}"/>
              </a:ext>
            </a:extLst>
          </p:cNvPr>
          <p:cNvGrpSpPr/>
          <p:nvPr/>
        </p:nvGrpSpPr>
        <p:grpSpPr>
          <a:xfrm>
            <a:off x="2751681" y="3487876"/>
            <a:ext cx="592385" cy="932907"/>
            <a:chOff x="2751681" y="3487876"/>
            <a:chExt cx="592385" cy="932907"/>
          </a:xfrm>
        </p:grpSpPr>
        <p:sp>
          <p:nvSpPr>
            <p:cNvPr id="64" name="TextBox 63">
              <a:extLst>
                <a:ext uri="{FF2B5EF4-FFF2-40B4-BE49-F238E27FC236}">
                  <a16:creationId xmlns:a16="http://schemas.microsoft.com/office/drawing/2014/main" id="{19218049-0618-B15E-DA88-DF8134E786FC}"/>
                </a:ext>
              </a:extLst>
            </p:cNvPr>
            <p:cNvSpPr txBox="1"/>
            <p:nvPr/>
          </p:nvSpPr>
          <p:spPr>
            <a:xfrm>
              <a:off x="2751681" y="4113006"/>
              <a:ext cx="592385" cy="307777"/>
            </a:xfrm>
            <a:prstGeom prst="rect">
              <a:avLst/>
            </a:prstGeom>
            <a:noFill/>
          </p:spPr>
          <p:txBody>
            <a:bodyPr wrap="square" rtlCol="0">
              <a:spAutoFit/>
            </a:bodyPr>
            <a:lstStyle/>
            <a:p>
              <a:pPr algn="ctr"/>
              <a:r>
                <a:rPr lang="en-US" sz="1400" dirty="0"/>
                <a:t>No</a:t>
              </a:r>
            </a:p>
          </p:txBody>
        </p:sp>
        <p:grpSp>
          <p:nvGrpSpPr>
            <p:cNvPr id="65" name="Group 64">
              <a:extLst>
                <a:ext uri="{FF2B5EF4-FFF2-40B4-BE49-F238E27FC236}">
                  <a16:creationId xmlns:a16="http://schemas.microsoft.com/office/drawing/2014/main" id="{DAFC844B-F470-7395-E302-F0FA9BA65F7A}"/>
                </a:ext>
              </a:extLst>
            </p:cNvPr>
            <p:cNvGrpSpPr/>
            <p:nvPr/>
          </p:nvGrpSpPr>
          <p:grpSpPr>
            <a:xfrm>
              <a:off x="2769583" y="3487876"/>
              <a:ext cx="556582" cy="556582"/>
              <a:chOff x="1468387" y="2715744"/>
              <a:chExt cx="633046" cy="633046"/>
            </a:xfrm>
          </p:grpSpPr>
          <p:sp>
            <p:nvSpPr>
              <p:cNvPr id="66" name="Oval 65">
                <a:extLst>
                  <a:ext uri="{FF2B5EF4-FFF2-40B4-BE49-F238E27FC236}">
                    <a16:creationId xmlns:a16="http://schemas.microsoft.com/office/drawing/2014/main" id="{C014383D-D830-9F30-B991-32C7C01C996B}"/>
                  </a:ext>
                </a:extLst>
              </p:cNvPr>
              <p:cNvSpPr/>
              <p:nvPr/>
            </p:nvSpPr>
            <p:spPr>
              <a:xfrm>
                <a:off x="1468387" y="2715744"/>
                <a:ext cx="633046" cy="63304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aphic 10">
                <a:extLst>
                  <a:ext uri="{FF2B5EF4-FFF2-40B4-BE49-F238E27FC236}">
                    <a16:creationId xmlns:a16="http://schemas.microsoft.com/office/drawing/2014/main" id="{37FED4D2-55D0-2FD9-8105-76C32E2E3BD4}"/>
                  </a:ext>
                </a:extLst>
              </p:cNvPr>
              <p:cNvGrpSpPr/>
              <p:nvPr/>
            </p:nvGrpSpPr>
            <p:grpSpPr>
              <a:xfrm>
                <a:off x="1675372" y="2931501"/>
                <a:ext cx="219075" cy="219075"/>
                <a:chOff x="1675372" y="2931501"/>
                <a:chExt cx="219075" cy="219075"/>
              </a:xfrm>
              <a:noFill/>
            </p:grpSpPr>
            <p:sp>
              <p:nvSpPr>
                <p:cNvPr id="68" name="Freeform: Shape 67">
                  <a:extLst>
                    <a:ext uri="{FF2B5EF4-FFF2-40B4-BE49-F238E27FC236}">
                      <a16:creationId xmlns:a16="http://schemas.microsoft.com/office/drawing/2014/main" id="{D097A495-D30D-DF78-94D8-274AF99CF882}"/>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endParaRPr lang="en-US"/>
                </a:p>
              </p:txBody>
            </p:sp>
            <p:sp>
              <p:nvSpPr>
                <p:cNvPr id="69" name="Freeform: Shape 68">
                  <a:extLst>
                    <a:ext uri="{FF2B5EF4-FFF2-40B4-BE49-F238E27FC236}">
                      <a16:creationId xmlns:a16="http://schemas.microsoft.com/office/drawing/2014/main" id="{48AABA3C-9920-A806-0E17-6BF4B5F7B43E}"/>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endParaRPr lang="en-US"/>
                </a:p>
              </p:txBody>
            </p:sp>
          </p:grpSp>
        </p:grpSp>
      </p:grpSp>
      <p:grpSp>
        <p:nvGrpSpPr>
          <p:cNvPr id="270" name="Group 269" descr="Marine on white background passing color constrast.">
            <a:extLst>
              <a:ext uri="{FF2B5EF4-FFF2-40B4-BE49-F238E27FC236}">
                <a16:creationId xmlns:a16="http://schemas.microsoft.com/office/drawing/2014/main" id="{40C18BF6-5498-EAF2-3344-0DEFC5F0E598}"/>
              </a:ext>
            </a:extLst>
          </p:cNvPr>
          <p:cNvGrpSpPr/>
          <p:nvPr/>
        </p:nvGrpSpPr>
        <p:grpSpPr>
          <a:xfrm>
            <a:off x="3508725" y="3487876"/>
            <a:ext cx="592385" cy="932907"/>
            <a:chOff x="3508725" y="3487876"/>
            <a:chExt cx="592385" cy="932907"/>
          </a:xfrm>
        </p:grpSpPr>
        <p:sp>
          <p:nvSpPr>
            <p:cNvPr id="71" name="TextBox 70">
              <a:extLst>
                <a:ext uri="{FF2B5EF4-FFF2-40B4-BE49-F238E27FC236}">
                  <a16:creationId xmlns:a16="http://schemas.microsoft.com/office/drawing/2014/main" id="{D489D7AF-8A9F-8A88-1BA5-5E4EF672062F}"/>
                </a:ext>
              </a:extLst>
            </p:cNvPr>
            <p:cNvSpPr txBox="1"/>
            <p:nvPr/>
          </p:nvSpPr>
          <p:spPr>
            <a:xfrm>
              <a:off x="3508725" y="4113006"/>
              <a:ext cx="592385" cy="307777"/>
            </a:xfrm>
            <a:prstGeom prst="rect">
              <a:avLst/>
            </a:prstGeom>
            <a:noFill/>
          </p:spPr>
          <p:txBody>
            <a:bodyPr wrap="square" rtlCol="0">
              <a:spAutoFit/>
            </a:bodyPr>
            <a:lstStyle/>
            <a:p>
              <a:pPr algn="ctr"/>
              <a:r>
                <a:rPr lang="en-US" sz="1400" b="1" dirty="0">
                  <a:solidFill>
                    <a:srgbClr val="04547C"/>
                  </a:solidFill>
                </a:rPr>
                <a:t>Yes</a:t>
              </a:r>
            </a:p>
          </p:txBody>
        </p:sp>
        <p:grpSp>
          <p:nvGrpSpPr>
            <p:cNvPr id="72" name="Group 71">
              <a:extLst>
                <a:ext uri="{FF2B5EF4-FFF2-40B4-BE49-F238E27FC236}">
                  <a16:creationId xmlns:a16="http://schemas.microsoft.com/office/drawing/2014/main" id="{DF36546A-876D-B7ED-4287-90E4220C5280}"/>
                </a:ext>
              </a:extLst>
            </p:cNvPr>
            <p:cNvGrpSpPr/>
            <p:nvPr/>
          </p:nvGrpSpPr>
          <p:grpSpPr>
            <a:xfrm>
              <a:off x="3526627" y="3487876"/>
              <a:ext cx="556582" cy="556582"/>
              <a:chOff x="593311" y="2719754"/>
              <a:chExt cx="633046" cy="633046"/>
            </a:xfrm>
          </p:grpSpPr>
          <p:sp>
            <p:nvSpPr>
              <p:cNvPr id="73" name="Oval 72">
                <a:extLst>
                  <a:ext uri="{FF2B5EF4-FFF2-40B4-BE49-F238E27FC236}">
                    <a16:creationId xmlns:a16="http://schemas.microsoft.com/office/drawing/2014/main" id="{CC5AD6D6-D8FA-C65F-26EE-F2705062D3AA}"/>
                  </a:ext>
                </a:extLst>
              </p:cNvPr>
              <p:cNvSpPr/>
              <p:nvPr/>
            </p:nvSpPr>
            <p:spPr>
              <a:xfrm>
                <a:off x="593311" y="2719754"/>
                <a:ext cx="633046" cy="633046"/>
              </a:xfrm>
              <a:prstGeom prst="ellipse">
                <a:avLst/>
              </a:prstGeom>
              <a:solidFill>
                <a:srgbClr val="0454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Graphic 8">
                <a:extLst>
                  <a:ext uri="{FF2B5EF4-FFF2-40B4-BE49-F238E27FC236}">
                    <a16:creationId xmlns:a16="http://schemas.microsoft.com/office/drawing/2014/main" id="{9E0C120E-FCCB-0F71-3D7C-B0396E63E537}"/>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bg1"/>
                </a:solidFill>
                <a:prstDash val="solid"/>
                <a:round/>
              </a:ln>
            </p:spPr>
            <p:txBody>
              <a:bodyPr rtlCol="0" anchor="ctr"/>
              <a:lstStyle/>
              <a:p>
                <a:endParaRPr lang="en-US"/>
              </a:p>
            </p:txBody>
          </p:sp>
        </p:grpSp>
      </p:grpSp>
      <p:grpSp>
        <p:nvGrpSpPr>
          <p:cNvPr id="269" name="Group 268" descr="Purple on white background passing color constrast.">
            <a:extLst>
              <a:ext uri="{FF2B5EF4-FFF2-40B4-BE49-F238E27FC236}">
                <a16:creationId xmlns:a16="http://schemas.microsoft.com/office/drawing/2014/main" id="{F1005532-4ACE-8FCD-C263-E11DB153C081}"/>
              </a:ext>
            </a:extLst>
          </p:cNvPr>
          <p:cNvGrpSpPr/>
          <p:nvPr/>
        </p:nvGrpSpPr>
        <p:grpSpPr>
          <a:xfrm>
            <a:off x="4264669" y="3487876"/>
            <a:ext cx="592385" cy="932907"/>
            <a:chOff x="4264669" y="3487876"/>
            <a:chExt cx="592385" cy="932907"/>
          </a:xfrm>
        </p:grpSpPr>
        <p:sp>
          <p:nvSpPr>
            <p:cNvPr id="77" name="TextBox 76">
              <a:extLst>
                <a:ext uri="{FF2B5EF4-FFF2-40B4-BE49-F238E27FC236}">
                  <a16:creationId xmlns:a16="http://schemas.microsoft.com/office/drawing/2014/main" id="{FB8FBFD5-B5B3-794E-2840-A251738EC1B5}"/>
                </a:ext>
              </a:extLst>
            </p:cNvPr>
            <p:cNvSpPr txBox="1"/>
            <p:nvPr/>
          </p:nvSpPr>
          <p:spPr>
            <a:xfrm>
              <a:off x="4264669" y="4113006"/>
              <a:ext cx="592385" cy="307777"/>
            </a:xfrm>
            <a:prstGeom prst="rect">
              <a:avLst/>
            </a:prstGeom>
            <a:noFill/>
          </p:spPr>
          <p:txBody>
            <a:bodyPr wrap="square" rtlCol="0">
              <a:spAutoFit/>
            </a:bodyPr>
            <a:lstStyle/>
            <a:p>
              <a:pPr algn="ctr"/>
              <a:r>
                <a:rPr lang="en-US" sz="1400" b="1" dirty="0">
                  <a:solidFill>
                    <a:schemeClr val="accent4"/>
                  </a:solidFill>
                </a:rPr>
                <a:t>Yes</a:t>
              </a:r>
            </a:p>
          </p:txBody>
        </p:sp>
        <p:grpSp>
          <p:nvGrpSpPr>
            <p:cNvPr id="78" name="Group 77">
              <a:extLst>
                <a:ext uri="{FF2B5EF4-FFF2-40B4-BE49-F238E27FC236}">
                  <a16:creationId xmlns:a16="http://schemas.microsoft.com/office/drawing/2014/main" id="{99D6AD04-B572-097F-F85B-3652DCF6A337}"/>
                </a:ext>
              </a:extLst>
            </p:cNvPr>
            <p:cNvGrpSpPr/>
            <p:nvPr/>
          </p:nvGrpSpPr>
          <p:grpSpPr>
            <a:xfrm>
              <a:off x="4282571" y="3487876"/>
              <a:ext cx="556582" cy="556582"/>
              <a:chOff x="593311" y="2719754"/>
              <a:chExt cx="633046" cy="633046"/>
            </a:xfrm>
          </p:grpSpPr>
          <p:sp>
            <p:nvSpPr>
              <p:cNvPr id="79" name="Oval 78">
                <a:extLst>
                  <a:ext uri="{FF2B5EF4-FFF2-40B4-BE49-F238E27FC236}">
                    <a16:creationId xmlns:a16="http://schemas.microsoft.com/office/drawing/2014/main" id="{1038B196-4484-7508-E284-04DF21C7DC4D}"/>
                  </a:ext>
                </a:extLst>
              </p:cNvPr>
              <p:cNvSpPr/>
              <p:nvPr/>
            </p:nvSpPr>
            <p:spPr>
              <a:xfrm>
                <a:off x="593311" y="2719754"/>
                <a:ext cx="633046" cy="633046"/>
              </a:xfrm>
              <a:prstGeom prst="ellipse">
                <a:avLst/>
              </a:prstGeom>
              <a:solidFill>
                <a:srgbClr val="9747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80" name="Graphic 8">
                <a:extLst>
                  <a:ext uri="{FF2B5EF4-FFF2-40B4-BE49-F238E27FC236}">
                    <a16:creationId xmlns:a16="http://schemas.microsoft.com/office/drawing/2014/main" id="{8AB3A78D-BEC3-3366-8DDB-7374417B5D85}"/>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bg1"/>
                </a:solidFill>
                <a:prstDash val="solid"/>
                <a:round/>
              </a:ln>
            </p:spPr>
            <p:txBody>
              <a:bodyPr rtlCol="0" anchor="ctr"/>
              <a:lstStyle/>
              <a:p>
                <a:endParaRPr lang="en-US" b="1"/>
              </a:p>
            </p:txBody>
          </p:sp>
        </p:grpSp>
      </p:grpSp>
      <p:grpSp>
        <p:nvGrpSpPr>
          <p:cNvPr id="268" name="Group 267" descr="Violet on white background passing color constrast.">
            <a:extLst>
              <a:ext uri="{FF2B5EF4-FFF2-40B4-BE49-F238E27FC236}">
                <a16:creationId xmlns:a16="http://schemas.microsoft.com/office/drawing/2014/main" id="{CED81DF0-2714-6F6B-D214-743D0152D1D5}"/>
              </a:ext>
            </a:extLst>
          </p:cNvPr>
          <p:cNvGrpSpPr/>
          <p:nvPr/>
        </p:nvGrpSpPr>
        <p:grpSpPr>
          <a:xfrm>
            <a:off x="5022811" y="3487876"/>
            <a:ext cx="592385" cy="932907"/>
            <a:chOff x="5022811" y="3487876"/>
            <a:chExt cx="592385" cy="932907"/>
          </a:xfrm>
        </p:grpSpPr>
        <p:sp>
          <p:nvSpPr>
            <p:cNvPr id="89" name="TextBox 88">
              <a:extLst>
                <a:ext uri="{FF2B5EF4-FFF2-40B4-BE49-F238E27FC236}">
                  <a16:creationId xmlns:a16="http://schemas.microsoft.com/office/drawing/2014/main" id="{5D324A7A-60D7-1057-9BBD-34345D3A6353}"/>
                </a:ext>
              </a:extLst>
            </p:cNvPr>
            <p:cNvSpPr txBox="1"/>
            <p:nvPr/>
          </p:nvSpPr>
          <p:spPr>
            <a:xfrm>
              <a:off x="5022811" y="4113006"/>
              <a:ext cx="592385" cy="307777"/>
            </a:xfrm>
            <a:prstGeom prst="rect">
              <a:avLst/>
            </a:prstGeom>
            <a:noFill/>
          </p:spPr>
          <p:txBody>
            <a:bodyPr wrap="square" rtlCol="0">
              <a:spAutoFit/>
            </a:bodyPr>
            <a:lstStyle/>
            <a:p>
              <a:pPr algn="ctr"/>
              <a:r>
                <a:rPr lang="en-US" sz="1400" b="1" dirty="0">
                  <a:solidFill>
                    <a:srgbClr val="5B2C8F"/>
                  </a:solidFill>
                </a:rPr>
                <a:t>Yes</a:t>
              </a:r>
            </a:p>
          </p:txBody>
        </p:sp>
        <p:grpSp>
          <p:nvGrpSpPr>
            <p:cNvPr id="90" name="Group 89">
              <a:extLst>
                <a:ext uri="{FF2B5EF4-FFF2-40B4-BE49-F238E27FC236}">
                  <a16:creationId xmlns:a16="http://schemas.microsoft.com/office/drawing/2014/main" id="{7F3E98A4-13FC-032D-1901-099E5F8AABBD}"/>
                </a:ext>
              </a:extLst>
            </p:cNvPr>
            <p:cNvGrpSpPr/>
            <p:nvPr/>
          </p:nvGrpSpPr>
          <p:grpSpPr>
            <a:xfrm>
              <a:off x="5040713" y="3487876"/>
              <a:ext cx="556582" cy="556582"/>
              <a:chOff x="593311" y="2719754"/>
              <a:chExt cx="633046" cy="633046"/>
            </a:xfrm>
          </p:grpSpPr>
          <p:sp>
            <p:nvSpPr>
              <p:cNvPr id="91" name="Oval 90">
                <a:extLst>
                  <a:ext uri="{FF2B5EF4-FFF2-40B4-BE49-F238E27FC236}">
                    <a16:creationId xmlns:a16="http://schemas.microsoft.com/office/drawing/2014/main" id="{CFC28A70-391D-372B-D1A0-2027877BA7A0}"/>
                  </a:ext>
                </a:extLst>
              </p:cNvPr>
              <p:cNvSpPr/>
              <p:nvPr/>
            </p:nvSpPr>
            <p:spPr>
              <a:xfrm>
                <a:off x="593311" y="2719754"/>
                <a:ext cx="633046" cy="633046"/>
              </a:xfrm>
              <a:prstGeom prst="ellipse">
                <a:avLst/>
              </a:prstGeom>
              <a:solidFill>
                <a:srgbClr val="5B2C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92" name="Graphic 8">
                <a:extLst>
                  <a:ext uri="{FF2B5EF4-FFF2-40B4-BE49-F238E27FC236}">
                    <a16:creationId xmlns:a16="http://schemas.microsoft.com/office/drawing/2014/main" id="{1FD16CBB-3E35-2AB2-FC4A-1DDD39B43853}"/>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bg1"/>
                </a:solidFill>
                <a:prstDash val="solid"/>
                <a:round/>
              </a:ln>
            </p:spPr>
            <p:txBody>
              <a:bodyPr rtlCol="0" anchor="ctr"/>
              <a:lstStyle/>
              <a:p>
                <a:endParaRPr lang="en-US" b="1"/>
              </a:p>
            </p:txBody>
          </p:sp>
        </p:grpSp>
      </p:grpSp>
      <p:grpSp>
        <p:nvGrpSpPr>
          <p:cNvPr id="263" name="Group 262" descr="Magenta on white background not passing color contrast.">
            <a:extLst>
              <a:ext uri="{FF2B5EF4-FFF2-40B4-BE49-F238E27FC236}">
                <a16:creationId xmlns:a16="http://schemas.microsoft.com/office/drawing/2014/main" id="{9FD4279F-4687-1269-69D9-1B45175562D2}"/>
              </a:ext>
            </a:extLst>
          </p:cNvPr>
          <p:cNvGrpSpPr/>
          <p:nvPr/>
        </p:nvGrpSpPr>
        <p:grpSpPr>
          <a:xfrm>
            <a:off x="1235799" y="4569586"/>
            <a:ext cx="592385" cy="932178"/>
            <a:chOff x="1235799" y="4569586"/>
            <a:chExt cx="592385" cy="932178"/>
          </a:xfrm>
        </p:grpSpPr>
        <p:sp>
          <p:nvSpPr>
            <p:cNvPr id="101" name="TextBox 100">
              <a:extLst>
                <a:ext uri="{FF2B5EF4-FFF2-40B4-BE49-F238E27FC236}">
                  <a16:creationId xmlns:a16="http://schemas.microsoft.com/office/drawing/2014/main" id="{D4589B53-766D-90C3-2207-CD033BD92B01}"/>
                </a:ext>
              </a:extLst>
            </p:cNvPr>
            <p:cNvSpPr txBox="1"/>
            <p:nvPr/>
          </p:nvSpPr>
          <p:spPr>
            <a:xfrm>
              <a:off x="1235799" y="5193987"/>
              <a:ext cx="592385" cy="307777"/>
            </a:xfrm>
            <a:prstGeom prst="rect">
              <a:avLst/>
            </a:prstGeom>
            <a:noFill/>
          </p:spPr>
          <p:txBody>
            <a:bodyPr wrap="square" rtlCol="0">
              <a:spAutoFit/>
            </a:bodyPr>
            <a:lstStyle/>
            <a:p>
              <a:pPr algn="ctr"/>
              <a:r>
                <a:rPr lang="en-US" sz="1400" dirty="0"/>
                <a:t>No</a:t>
              </a:r>
            </a:p>
          </p:txBody>
        </p:sp>
        <p:grpSp>
          <p:nvGrpSpPr>
            <p:cNvPr id="102" name="Group 101">
              <a:extLst>
                <a:ext uri="{FF2B5EF4-FFF2-40B4-BE49-F238E27FC236}">
                  <a16:creationId xmlns:a16="http://schemas.microsoft.com/office/drawing/2014/main" id="{8694F0A7-420D-13F9-2F8F-3189EAEDF2E2}"/>
                </a:ext>
              </a:extLst>
            </p:cNvPr>
            <p:cNvGrpSpPr/>
            <p:nvPr/>
          </p:nvGrpSpPr>
          <p:grpSpPr>
            <a:xfrm>
              <a:off x="1253701" y="4569586"/>
              <a:ext cx="556582" cy="556582"/>
              <a:chOff x="1468387" y="2715744"/>
              <a:chExt cx="633046" cy="633046"/>
            </a:xfrm>
          </p:grpSpPr>
          <p:sp>
            <p:nvSpPr>
              <p:cNvPr id="103" name="Oval 102">
                <a:extLst>
                  <a:ext uri="{FF2B5EF4-FFF2-40B4-BE49-F238E27FC236}">
                    <a16:creationId xmlns:a16="http://schemas.microsoft.com/office/drawing/2014/main" id="{0E66C577-C5CD-AD25-037F-DA50328F9925}"/>
                  </a:ext>
                </a:extLst>
              </p:cNvPr>
              <p:cNvSpPr/>
              <p:nvPr/>
            </p:nvSpPr>
            <p:spPr>
              <a:xfrm>
                <a:off x="1468387" y="2715744"/>
                <a:ext cx="633046" cy="633046"/>
              </a:xfrm>
              <a:prstGeom prst="ellipse">
                <a:avLst/>
              </a:prstGeom>
              <a:solidFill>
                <a:srgbClr val="FC27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4" name="Graphic 10">
                <a:extLst>
                  <a:ext uri="{FF2B5EF4-FFF2-40B4-BE49-F238E27FC236}">
                    <a16:creationId xmlns:a16="http://schemas.microsoft.com/office/drawing/2014/main" id="{78568C41-1B06-F9EE-7F7A-2F7D269A3AD7}"/>
                  </a:ext>
                </a:extLst>
              </p:cNvPr>
              <p:cNvGrpSpPr/>
              <p:nvPr/>
            </p:nvGrpSpPr>
            <p:grpSpPr>
              <a:xfrm>
                <a:off x="1675372" y="2931501"/>
                <a:ext cx="219075" cy="219075"/>
                <a:chOff x="1675372" y="2931501"/>
                <a:chExt cx="219075" cy="219075"/>
              </a:xfrm>
              <a:noFill/>
            </p:grpSpPr>
            <p:sp>
              <p:nvSpPr>
                <p:cNvPr id="105" name="Freeform: Shape 104">
                  <a:extLst>
                    <a:ext uri="{FF2B5EF4-FFF2-40B4-BE49-F238E27FC236}">
                      <a16:creationId xmlns:a16="http://schemas.microsoft.com/office/drawing/2014/main" id="{C47F31FB-57B2-4827-89EE-689783821EB1}"/>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endParaRPr lang="en-US"/>
                </a:p>
              </p:txBody>
            </p:sp>
            <p:sp>
              <p:nvSpPr>
                <p:cNvPr id="106" name="Freeform: Shape 105">
                  <a:extLst>
                    <a:ext uri="{FF2B5EF4-FFF2-40B4-BE49-F238E27FC236}">
                      <a16:creationId xmlns:a16="http://schemas.microsoft.com/office/drawing/2014/main" id="{B2D8B2C9-EAD9-B110-AA92-537D63A4D8E1}"/>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endParaRPr lang="en-US"/>
                </a:p>
              </p:txBody>
            </p:sp>
          </p:grpSp>
        </p:grpSp>
      </p:grpSp>
      <p:grpSp>
        <p:nvGrpSpPr>
          <p:cNvPr id="264" name="Group 263" descr="Sunrise on white background not passing color contrast.">
            <a:extLst>
              <a:ext uri="{FF2B5EF4-FFF2-40B4-BE49-F238E27FC236}">
                <a16:creationId xmlns:a16="http://schemas.microsoft.com/office/drawing/2014/main" id="{BB6D9EF4-4EEB-AFEC-B995-E5AD9706F250}"/>
              </a:ext>
            </a:extLst>
          </p:cNvPr>
          <p:cNvGrpSpPr/>
          <p:nvPr/>
        </p:nvGrpSpPr>
        <p:grpSpPr>
          <a:xfrm>
            <a:off x="1994637" y="4569586"/>
            <a:ext cx="592385" cy="932178"/>
            <a:chOff x="1994637" y="4569586"/>
            <a:chExt cx="592385" cy="932178"/>
          </a:xfrm>
        </p:grpSpPr>
        <p:sp>
          <p:nvSpPr>
            <p:cNvPr id="94" name="TextBox 93">
              <a:extLst>
                <a:ext uri="{FF2B5EF4-FFF2-40B4-BE49-F238E27FC236}">
                  <a16:creationId xmlns:a16="http://schemas.microsoft.com/office/drawing/2014/main" id="{1794110C-C37A-F3CA-FB25-8ABC71D962CB}"/>
                </a:ext>
              </a:extLst>
            </p:cNvPr>
            <p:cNvSpPr txBox="1"/>
            <p:nvPr/>
          </p:nvSpPr>
          <p:spPr>
            <a:xfrm>
              <a:off x="1994637" y="5193987"/>
              <a:ext cx="592385" cy="307777"/>
            </a:xfrm>
            <a:prstGeom prst="rect">
              <a:avLst/>
            </a:prstGeom>
            <a:noFill/>
          </p:spPr>
          <p:txBody>
            <a:bodyPr wrap="square" rtlCol="0">
              <a:spAutoFit/>
            </a:bodyPr>
            <a:lstStyle/>
            <a:p>
              <a:pPr algn="ctr"/>
              <a:r>
                <a:rPr lang="en-US" sz="1400" dirty="0"/>
                <a:t>No</a:t>
              </a:r>
            </a:p>
          </p:txBody>
        </p:sp>
        <p:grpSp>
          <p:nvGrpSpPr>
            <p:cNvPr id="95" name="Group 94">
              <a:extLst>
                <a:ext uri="{FF2B5EF4-FFF2-40B4-BE49-F238E27FC236}">
                  <a16:creationId xmlns:a16="http://schemas.microsoft.com/office/drawing/2014/main" id="{403B6958-A11E-094A-ADB8-DCE0116DABC8}"/>
                </a:ext>
              </a:extLst>
            </p:cNvPr>
            <p:cNvGrpSpPr/>
            <p:nvPr/>
          </p:nvGrpSpPr>
          <p:grpSpPr>
            <a:xfrm>
              <a:off x="2012539" y="4569586"/>
              <a:ext cx="556582" cy="556582"/>
              <a:chOff x="1468387" y="2715744"/>
              <a:chExt cx="633046" cy="633046"/>
            </a:xfrm>
          </p:grpSpPr>
          <p:sp>
            <p:nvSpPr>
              <p:cNvPr id="96" name="Oval 95">
                <a:extLst>
                  <a:ext uri="{FF2B5EF4-FFF2-40B4-BE49-F238E27FC236}">
                    <a16:creationId xmlns:a16="http://schemas.microsoft.com/office/drawing/2014/main" id="{ED289A96-A058-6CAA-CDD0-D674AED66DDA}"/>
                  </a:ext>
                </a:extLst>
              </p:cNvPr>
              <p:cNvSpPr/>
              <p:nvPr/>
            </p:nvSpPr>
            <p:spPr>
              <a:xfrm>
                <a:off x="1468387" y="2715744"/>
                <a:ext cx="633046" cy="633046"/>
              </a:xfrm>
              <a:prstGeom prst="ellipse">
                <a:avLst/>
              </a:prstGeom>
              <a:solidFill>
                <a:srgbClr val="FF7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aphic 10">
                <a:extLst>
                  <a:ext uri="{FF2B5EF4-FFF2-40B4-BE49-F238E27FC236}">
                    <a16:creationId xmlns:a16="http://schemas.microsoft.com/office/drawing/2014/main" id="{97E4A421-5F26-EFF5-8F32-7D49E9B3250B}"/>
                  </a:ext>
                </a:extLst>
              </p:cNvPr>
              <p:cNvGrpSpPr/>
              <p:nvPr/>
            </p:nvGrpSpPr>
            <p:grpSpPr>
              <a:xfrm>
                <a:off x="1675372" y="2931501"/>
                <a:ext cx="219075" cy="219075"/>
                <a:chOff x="1675372" y="2931501"/>
                <a:chExt cx="219075" cy="219075"/>
              </a:xfrm>
              <a:noFill/>
            </p:grpSpPr>
            <p:sp>
              <p:nvSpPr>
                <p:cNvPr id="98" name="Freeform: Shape 97">
                  <a:extLst>
                    <a:ext uri="{FF2B5EF4-FFF2-40B4-BE49-F238E27FC236}">
                      <a16:creationId xmlns:a16="http://schemas.microsoft.com/office/drawing/2014/main" id="{5F277EF6-D204-5AE2-8028-C080C8C8745B}"/>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endParaRPr lang="en-US"/>
                </a:p>
              </p:txBody>
            </p:sp>
            <p:sp>
              <p:nvSpPr>
                <p:cNvPr id="99" name="Freeform: Shape 98">
                  <a:extLst>
                    <a:ext uri="{FF2B5EF4-FFF2-40B4-BE49-F238E27FC236}">
                      <a16:creationId xmlns:a16="http://schemas.microsoft.com/office/drawing/2014/main" id="{742F4DC4-830F-EDC1-816B-F20E3C265EE3}"/>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endParaRPr lang="en-US"/>
                </a:p>
              </p:txBody>
            </p:sp>
          </p:grpSp>
        </p:grpSp>
      </p:grpSp>
      <p:grpSp>
        <p:nvGrpSpPr>
          <p:cNvPr id="265" name="Group 264" descr="Gold on white background not passing color contrast.">
            <a:extLst>
              <a:ext uri="{FF2B5EF4-FFF2-40B4-BE49-F238E27FC236}">
                <a16:creationId xmlns:a16="http://schemas.microsoft.com/office/drawing/2014/main" id="{5EA44B02-3AFB-07C3-F504-F437C1BF06AA}"/>
              </a:ext>
            </a:extLst>
          </p:cNvPr>
          <p:cNvGrpSpPr/>
          <p:nvPr/>
        </p:nvGrpSpPr>
        <p:grpSpPr>
          <a:xfrm>
            <a:off x="2751681" y="4569586"/>
            <a:ext cx="592385" cy="932178"/>
            <a:chOff x="2751681" y="4569586"/>
            <a:chExt cx="592385" cy="932178"/>
          </a:xfrm>
        </p:grpSpPr>
        <p:sp>
          <p:nvSpPr>
            <p:cNvPr id="82" name="TextBox 81">
              <a:extLst>
                <a:ext uri="{FF2B5EF4-FFF2-40B4-BE49-F238E27FC236}">
                  <a16:creationId xmlns:a16="http://schemas.microsoft.com/office/drawing/2014/main" id="{BA4BE9C6-9D72-11F6-7360-9B82E30D4422}"/>
                </a:ext>
              </a:extLst>
            </p:cNvPr>
            <p:cNvSpPr txBox="1"/>
            <p:nvPr/>
          </p:nvSpPr>
          <p:spPr>
            <a:xfrm>
              <a:off x="2751681" y="5193987"/>
              <a:ext cx="592385" cy="307777"/>
            </a:xfrm>
            <a:prstGeom prst="rect">
              <a:avLst/>
            </a:prstGeom>
            <a:noFill/>
          </p:spPr>
          <p:txBody>
            <a:bodyPr wrap="square" rtlCol="0">
              <a:spAutoFit/>
            </a:bodyPr>
            <a:lstStyle/>
            <a:p>
              <a:pPr algn="ctr"/>
              <a:r>
                <a:rPr lang="en-US" sz="1400" dirty="0"/>
                <a:t>No</a:t>
              </a:r>
            </a:p>
          </p:txBody>
        </p:sp>
        <p:grpSp>
          <p:nvGrpSpPr>
            <p:cNvPr id="83" name="Group 82">
              <a:extLst>
                <a:ext uri="{FF2B5EF4-FFF2-40B4-BE49-F238E27FC236}">
                  <a16:creationId xmlns:a16="http://schemas.microsoft.com/office/drawing/2014/main" id="{2FA9830E-47C1-EEFC-53F6-56F6D9E58B81}"/>
                </a:ext>
              </a:extLst>
            </p:cNvPr>
            <p:cNvGrpSpPr/>
            <p:nvPr/>
          </p:nvGrpSpPr>
          <p:grpSpPr>
            <a:xfrm>
              <a:off x="2769583" y="4569586"/>
              <a:ext cx="556582" cy="556582"/>
              <a:chOff x="1468387" y="2715744"/>
              <a:chExt cx="633046" cy="633046"/>
            </a:xfrm>
          </p:grpSpPr>
          <p:sp>
            <p:nvSpPr>
              <p:cNvPr id="84" name="Oval 83">
                <a:extLst>
                  <a:ext uri="{FF2B5EF4-FFF2-40B4-BE49-F238E27FC236}">
                    <a16:creationId xmlns:a16="http://schemas.microsoft.com/office/drawing/2014/main" id="{5D30135E-9E98-F19E-28B8-A0FDF719692A}"/>
                  </a:ext>
                </a:extLst>
              </p:cNvPr>
              <p:cNvSpPr/>
              <p:nvPr/>
            </p:nvSpPr>
            <p:spPr>
              <a:xfrm>
                <a:off x="1468387" y="2715744"/>
                <a:ext cx="633046" cy="633046"/>
              </a:xfrm>
              <a:prstGeom prst="ellipse">
                <a:avLst/>
              </a:prstGeom>
              <a:solidFill>
                <a:srgbClr val="DBC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5" name="Graphic 10">
                <a:extLst>
                  <a:ext uri="{FF2B5EF4-FFF2-40B4-BE49-F238E27FC236}">
                    <a16:creationId xmlns:a16="http://schemas.microsoft.com/office/drawing/2014/main" id="{74512F03-EF5B-4FDD-EDC3-F29B9B90B89D}"/>
                  </a:ext>
                </a:extLst>
              </p:cNvPr>
              <p:cNvGrpSpPr/>
              <p:nvPr/>
            </p:nvGrpSpPr>
            <p:grpSpPr>
              <a:xfrm>
                <a:off x="1675372" y="2931501"/>
                <a:ext cx="219075" cy="219075"/>
                <a:chOff x="1675372" y="2931501"/>
                <a:chExt cx="219075" cy="219075"/>
              </a:xfrm>
              <a:noFill/>
            </p:grpSpPr>
            <p:sp>
              <p:nvSpPr>
                <p:cNvPr id="86" name="Freeform: Shape 85">
                  <a:extLst>
                    <a:ext uri="{FF2B5EF4-FFF2-40B4-BE49-F238E27FC236}">
                      <a16:creationId xmlns:a16="http://schemas.microsoft.com/office/drawing/2014/main" id="{BAF81A5D-8FD4-50DD-1DD9-62DA6BA80527}"/>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endParaRPr lang="en-US"/>
                </a:p>
              </p:txBody>
            </p:sp>
            <p:sp>
              <p:nvSpPr>
                <p:cNvPr id="87" name="Freeform: Shape 86">
                  <a:extLst>
                    <a:ext uri="{FF2B5EF4-FFF2-40B4-BE49-F238E27FC236}">
                      <a16:creationId xmlns:a16="http://schemas.microsoft.com/office/drawing/2014/main" id="{844B8259-6800-7E12-5ED7-6F5175C640A9}"/>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endParaRPr lang="en-US"/>
                </a:p>
              </p:txBody>
            </p:sp>
          </p:grpSp>
        </p:grpSp>
      </p:grpSp>
      <p:grpSp>
        <p:nvGrpSpPr>
          <p:cNvPr id="266" name="Group 265" descr="Charcoal on white background passing color constrast.">
            <a:extLst>
              <a:ext uri="{FF2B5EF4-FFF2-40B4-BE49-F238E27FC236}">
                <a16:creationId xmlns:a16="http://schemas.microsoft.com/office/drawing/2014/main" id="{50AE4BE0-7B6C-D29C-5B79-9AB93ABE2B0D}"/>
              </a:ext>
            </a:extLst>
          </p:cNvPr>
          <p:cNvGrpSpPr/>
          <p:nvPr/>
        </p:nvGrpSpPr>
        <p:grpSpPr>
          <a:xfrm>
            <a:off x="3508725" y="4569586"/>
            <a:ext cx="592385" cy="932178"/>
            <a:chOff x="3508725" y="4569586"/>
            <a:chExt cx="592385" cy="932178"/>
          </a:xfrm>
        </p:grpSpPr>
        <p:sp>
          <p:nvSpPr>
            <p:cNvPr id="108" name="TextBox 107">
              <a:extLst>
                <a:ext uri="{FF2B5EF4-FFF2-40B4-BE49-F238E27FC236}">
                  <a16:creationId xmlns:a16="http://schemas.microsoft.com/office/drawing/2014/main" id="{1B9607B7-BFF1-40BB-AF39-19D31D2C6182}"/>
                </a:ext>
              </a:extLst>
            </p:cNvPr>
            <p:cNvSpPr txBox="1"/>
            <p:nvPr/>
          </p:nvSpPr>
          <p:spPr>
            <a:xfrm>
              <a:off x="3508725" y="5193987"/>
              <a:ext cx="592385" cy="307777"/>
            </a:xfrm>
            <a:prstGeom prst="rect">
              <a:avLst/>
            </a:prstGeom>
            <a:noFill/>
          </p:spPr>
          <p:txBody>
            <a:bodyPr wrap="square" rtlCol="0">
              <a:spAutoFit/>
            </a:bodyPr>
            <a:lstStyle/>
            <a:p>
              <a:pPr algn="ctr"/>
              <a:r>
                <a:rPr lang="en-US" sz="1400" b="1" dirty="0">
                  <a:solidFill>
                    <a:srgbClr val="403F3E"/>
                  </a:solidFill>
                </a:rPr>
                <a:t>Yes</a:t>
              </a:r>
            </a:p>
          </p:txBody>
        </p:sp>
        <p:grpSp>
          <p:nvGrpSpPr>
            <p:cNvPr id="109" name="Group 108">
              <a:extLst>
                <a:ext uri="{FF2B5EF4-FFF2-40B4-BE49-F238E27FC236}">
                  <a16:creationId xmlns:a16="http://schemas.microsoft.com/office/drawing/2014/main" id="{C8C9CADD-753A-7C29-18E3-D70D5770C9B1}"/>
                </a:ext>
              </a:extLst>
            </p:cNvPr>
            <p:cNvGrpSpPr/>
            <p:nvPr/>
          </p:nvGrpSpPr>
          <p:grpSpPr>
            <a:xfrm>
              <a:off x="3526627" y="4569586"/>
              <a:ext cx="556582" cy="556582"/>
              <a:chOff x="593311" y="2719754"/>
              <a:chExt cx="633046" cy="633046"/>
            </a:xfrm>
          </p:grpSpPr>
          <p:sp>
            <p:nvSpPr>
              <p:cNvPr id="110" name="Oval 109">
                <a:extLst>
                  <a:ext uri="{FF2B5EF4-FFF2-40B4-BE49-F238E27FC236}">
                    <a16:creationId xmlns:a16="http://schemas.microsoft.com/office/drawing/2014/main" id="{94BE841B-7CF7-0B6E-F89A-53FB0740CBB9}"/>
                  </a:ext>
                </a:extLst>
              </p:cNvPr>
              <p:cNvSpPr/>
              <p:nvPr/>
            </p:nvSpPr>
            <p:spPr>
              <a:xfrm>
                <a:off x="593311" y="2719754"/>
                <a:ext cx="633046" cy="633046"/>
              </a:xfrm>
              <a:prstGeom prst="ellipse">
                <a:avLst/>
              </a:prstGeom>
              <a:solidFill>
                <a:srgbClr val="403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1" name="Graphic 8">
                <a:extLst>
                  <a:ext uri="{FF2B5EF4-FFF2-40B4-BE49-F238E27FC236}">
                    <a16:creationId xmlns:a16="http://schemas.microsoft.com/office/drawing/2014/main" id="{1D976E45-4D04-6FF9-4EF3-F7BBB54943F4}"/>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bg1"/>
                </a:solidFill>
                <a:prstDash val="solid"/>
                <a:round/>
              </a:ln>
            </p:spPr>
            <p:txBody>
              <a:bodyPr rtlCol="0" anchor="ctr"/>
              <a:lstStyle/>
              <a:p>
                <a:endParaRPr lang="en-US" b="1"/>
              </a:p>
            </p:txBody>
          </p:sp>
        </p:grpSp>
      </p:grpSp>
      <p:grpSp>
        <p:nvGrpSpPr>
          <p:cNvPr id="267" name="Group 266" descr="Sand on white background not passing color constrast.">
            <a:extLst>
              <a:ext uri="{FF2B5EF4-FFF2-40B4-BE49-F238E27FC236}">
                <a16:creationId xmlns:a16="http://schemas.microsoft.com/office/drawing/2014/main" id="{33DE4530-649C-C576-E245-DB3A1197437A}"/>
              </a:ext>
            </a:extLst>
          </p:cNvPr>
          <p:cNvGrpSpPr/>
          <p:nvPr/>
        </p:nvGrpSpPr>
        <p:grpSpPr>
          <a:xfrm>
            <a:off x="4264669" y="4569586"/>
            <a:ext cx="592385" cy="932178"/>
            <a:chOff x="4264669" y="4569586"/>
            <a:chExt cx="592385" cy="932178"/>
          </a:xfrm>
        </p:grpSpPr>
        <p:sp>
          <p:nvSpPr>
            <p:cNvPr id="43" name="TextBox 42">
              <a:extLst>
                <a:ext uri="{FF2B5EF4-FFF2-40B4-BE49-F238E27FC236}">
                  <a16:creationId xmlns:a16="http://schemas.microsoft.com/office/drawing/2014/main" id="{38E4DFDF-19C4-E5F8-F32A-0225DB77E4BE}"/>
                </a:ext>
              </a:extLst>
            </p:cNvPr>
            <p:cNvSpPr txBox="1"/>
            <p:nvPr/>
          </p:nvSpPr>
          <p:spPr>
            <a:xfrm>
              <a:off x="4264669" y="5193987"/>
              <a:ext cx="592385" cy="307777"/>
            </a:xfrm>
            <a:prstGeom prst="rect">
              <a:avLst/>
            </a:prstGeom>
            <a:noFill/>
          </p:spPr>
          <p:txBody>
            <a:bodyPr wrap="square" rtlCol="0">
              <a:spAutoFit/>
            </a:bodyPr>
            <a:lstStyle/>
            <a:p>
              <a:pPr algn="ctr"/>
              <a:r>
                <a:rPr lang="en-US" sz="1400" dirty="0"/>
                <a:t>No</a:t>
              </a:r>
            </a:p>
          </p:txBody>
        </p:sp>
        <p:grpSp>
          <p:nvGrpSpPr>
            <p:cNvPr id="44" name="Group 43">
              <a:extLst>
                <a:ext uri="{FF2B5EF4-FFF2-40B4-BE49-F238E27FC236}">
                  <a16:creationId xmlns:a16="http://schemas.microsoft.com/office/drawing/2014/main" id="{0D095460-3E06-EE81-BF33-B0F4E03978A9}"/>
                </a:ext>
              </a:extLst>
            </p:cNvPr>
            <p:cNvGrpSpPr/>
            <p:nvPr/>
          </p:nvGrpSpPr>
          <p:grpSpPr>
            <a:xfrm>
              <a:off x="4282571" y="4569586"/>
              <a:ext cx="556582" cy="556582"/>
              <a:chOff x="1468387" y="2715744"/>
              <a:chExt cx="633046" cy="633046"/>
            </a:xfrm>
          </p:grpSpPr>
          <p:sp>
            <p:nvSpPr>
              <p:cNvPr id="45" name="Oval 44">
                <a:extLst>
                  <a:ext uri="{FF2B5EF4-FFF2-40B4-BE49-F238E27FC236}">
                    <a16:creationId xmlns:a16="http://schemas.microsoft.com/office/drawing/2014/main" id="{22CA0BF5-4DBB-3253-FDAD-177AB6842682}"/>
                  </a:ext>
                </a:extLst>
              </p:cNvPr>
              <p:cNvSpPr/>
              <p:nvPr/>
            </p:nvSpPr>
            <p:spPr>
              <a:xfrm>
                <a:off x="1468387" y="2715744"/>
                <a:ext cx="633046" cy="633046"/>
              </a:xfrm>
              <a:prstGeom prst="ellipse">
                <a:avLst/>
              </a:prstGeom>
              <a:solidFill>
                <a:srgbClr val="F7F4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aphic 10">
                <a:extLst>
                  <a:ext uri="{FF2B5EF4-FFF2-40B4-BE49-F238E27FC236}">
                    <a16:creationId xmlns:a16="http://schemas.microsoft.com/office/drawing/2014/main" id="{151A9826-735E-ADB6-E1E9-D79BE6D9D04D}"/>
                  </a:ext>
                </a:extLst>
              </p:cNvPr>
              <p:cNvGrpSpPr/>
              <p:nvPr/>
            </p:nvGrpSpPr>
            <p:grpSpPr>
              <a:xfrm>
                <a:off x="1675372" y="2931501"/>
                <a:ext cx="219075" cy="219075"/>
                <a:chOff x="1675372" y="2931501"/>
                <a:chExt cx="219075" cy="219075"/>
              </a:xfrm>
              <a:noFill/>
            </p:grpSpPr>
            <p:sp>
              <p:nvSpPr>
                <p:cNvPr id="47" name="Freeform: Shape 46">
                  <a:extLst>
                    <a:ext uri="{FF2B5EF4-FFF2-40B4-BE49-F238E27FC236}">
                      <a16:creationId xmlns:a16="http://schemas.microsoft.com/office/drawing/2014/main" id="{D4A2A0A9-FB62-4916-5F7A-3606C5A35853}"/>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endParaRPr lang="en-US"/>
                </a:p>
              </p:txBody>
            </p:sp>
            <p:sp>
              <p:nvSpPr>
                <p:cNvPr id="48" name="Freeform: Shape 47">
                  <a:extLst>
                    <a:ext uri="{FF2B5EF4-FFF2-40B4-BE49-F238E27FC236}">
                      <a16:creationId xmlns:a16="http://schemas.microsoft.com/office/drawing/2014/main" id="{5F6A23B6-DF32-205C-952B-AAE1A9B3F08F}"/>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endParaRPr lang="en-US"/>
                </a:p>
              </p:txBody>
            </p:sp>
          </p:grpSp>
        </p:grpSp>
      </p:grpSp>
      <p:grpSp>
        <p:nvGrpSpPr>
          <p:cNvPr id="262" name="Group 261" descr="Mist on white background not passing color contrast.">
            <a:extLst>
              <a:ext uri="{FF2B5EF4-FFF2-40B4-BE49-F238E27FC236}">
                <a16:creationId xmlns:a16="http://schemas.microsoft.com/office/drawing/2014/main" id="{5C5DEC99-E519-29A8-FF40-6DD1452B0447}"/>
              </a:ext>
            </a:extLst>
          </p:cNvPr>
          <p:cNvGrpSpPr/>
          <p:nvPr/>
        </p:nvGrpSpPr>
        <p:grpSpPr>
          <a:xfrm>
            <a:off x="5022811" y="4569586"/>
            <a:ext cx="592385" cy="932178"/>
            <a:chOff x="5022811" y="4569586"/>
            <a:chExt cx="592385" cy="932178"/>
          </a:xfrm>
        </p:grpSpPr>
        <p:sp>
          <p:nvSpPr>
            <p:cNvPr id="113" name="TextBox 112">
              <a:extLst>
                <a:ext uri="{FF2B5EF4-FFF2-40B4-BE49-F238E27FC236}">
                  <a16:creationId xmlns:a16="http://schemas.microsoft.com/office/drawing/2014/main" id="{3C355C9F-DBEB-3651-525C-27C21B9A312F}"/>
                </a:ext>
              </a:extLst>
            </p:cNvPr>
            <p:cNvSpPr txBox="1"/>
            <p:nvPr/>
          </p:nvSpPr>
          <p:spPr>
            <a:xfrm>
              <a:off x="5022811" y="5193987"/>
              <a:ext cx="592385" cy="307777"/>
            </a:xfrm>
            <a:prstGeom prst="rect">
              <a:avLst/>
            </a:prstGeom>
            <a:noFill/>
          </p:spPr>
          <p:txBody>
            <a:bodyPr wrap="square" rtlCol="0">
              <a:spAutoFit/>
            </a:bodyPr>
            <a:lstStyle/>
            <a:p>
              <a:pPr algn="ctr"/>
              <a:r>
                <a:rPr lang="en-US" sz="1400" dirty="0"/>
                <a:t>No</a:t>
              </a:r>
            </a:p>
          </p:txBody>
        </p:sp>
        <p:grpSp>
          <p:nvGrpSpPr>
            <p:cNvPr id="114" name="Group 113">
              <a:extLst>
                <a:ext uri="{FF2B5EF4-FFF2-40B4-BE49-F238E27FC236}">
                  <a16:creationId xmlns:a16="http://schemas.microsoft.com/office/drawing/2014/main" id="{0BA5281D-A940-180B-0238-A852769B26D7}"/>
                </a:ext>
              </a:extLst>
            </p:cNvPr>
            <p:cNvGrpSpPr/>
            <p:nvPr/>
          </p:nvGrpSpPr>
          <p:grpSpPr>
            <a:xfrm>
              <a:off x="5040713" y="4569586"/>
              <a:ext cx="556582" cy="556582"/>
              <a:chOff x="1468387" y="2715744"/>
              <a:chExt cx="633046" cy="633046"/>
            </a:xfrm>
          </p:grpSpPr>
          <p:sp>
            <p:nvSpPr>
              <p:cNvPr id="115" name="Oval 114">
                <a:extLst>
                  <a:ext uri="{FF2B5EF4-FFF2-40B4-BE49-F238E27FC236}">
                    <a16:creationId xmlns:a16="http://schemas.microsoft.com/office/drawing/2014/main" id="{1586BD22-4B37-D0BC-0E4A-164655B4704A}"/>
                  </a:ext>
                </a:extLst>
              </p:cNvPr>
              <p:cNvSpPr/>
              <p:nvPr/>
            </p:nvSpPr>
            <p:spPr>
              <a:xfrm>
                <a:off x="1468387" y="2715744"/>
                <a:ext cx="633046" cy="633046"/>
              </a:xfrm>
              <a:prstGeom prst="ellipse">
                <a:avLst/>
              </a:prstGeom>
              <a:solidFill>
                <a:srgbClr val="F9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aphic 10">
                <a:extLst>
                  <a:ext uri="{FF2B5EF4-FFF2-40B4-BE49-F238E27FC236}">
                    <a16:creationId xmlns:a16="http://schemas.microsoft.com/office/drawing/2014/main" id="{B0DCAFF7-93AB-AC0D-2C56-4C1678CD6C85}"/>
                  </a:ext>
                </a:extLst>
              </p:cNvPr>
              <p:cNvGrpSpPr/>
              <p:nvPr/>
            </p:nvGrpSpPr>
            <p:grpSpPr>
              <a:xfrm>
                <a:off x="1675372" y="2931501"/>
                <a:ext cx="219075" cy="219075"/>
                <a:chOff x="1675372" y="2931501"/>
                <a:chExt cx="219075" cy="219075"/>
              </a:xfrm>
              <a:noFill/>
            </p:grpSpPr>
            <p:sp>
              <p:nvSpPr>
                <p:cNvPr id="117" name="Freeform: Shape 116">
                  <a:extLst>
                    <a:ext uri="{FF2B5EF4-FFF2-40B4-BE49-F238E27FC236}">
                      <a16:creationId xmlns:a16="http://schemas.microsoft.com/office/drawing/2014/main" id="{FFD8818E-6ECE-0E8F-A452-0C77EE19D45A}"/>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bg1"/>
                  </a:solidFill>
                  <a:prstDash val="solid"/>
                  <a:round/>
                </a:ln>
              </p:spPr>
              <p:txBody>
                <a:bodyPr rtlCol="0" anchor="ctr"/>
                <a:lstStyle/>
                <a:p>
                  <a:endParaRPr lang="en-US"/>
                </a:p>
              </p:txBody>
            </p:sp>
            <p:sp>
              <p:nvSpPr>
                <p:cNvPr id="118" name="Freeform: Shape 117">
                  <a:extLst>
                    <a:ext uri="{FF2B5EF4-FFF2-40B4-BE49-F238E27FC236}">
                      <a16:creationId xmlns:a16="http://schemas.microsoft.com/office/drawing/2014/main" id="{23C7D31F-5DA9-229E-8D83-1381475FD617}"/>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bg1"/>
                  </a:solidFill>
                  <a:prstDash val="solid"/>
                  <a:round/>
                </a:ln>
              </p:spPr>
              <p:txBody>
                <a:bodyPr rtlCol="0" anchor="ctr"/>
                <a:lstStyle/>
                <a:p>
                  <a:endParaRPr lang="en-US"/>
                </a:p>
              </p:txBody>
            </p:sp>
          </p:grpSp>
        </p:grpSp>
      </p:grpSp>
      <p:sp>
        <p:nvSpPr>
          <p:cNvPr id="124" name="Rectangle: Rounded Corners 123">
            <a:extLst>
              <a:ext uri="{FF2B5EF4-FFF2-40B4-BE49-F238E27FC236}">
                <a16:creationId xmlns:a16="http://schemas.microsoft.com/office/drawing/2014/main" id="{07E8E7AD-5AED-50B8-E24A-BD7CA82DE0B5}"/>
              </a:ext>
              <a:ext uri="{C183D7F6-B498-43B3-948B-1728B52AA6E4}">
                <adec:decorative xmlns:adec="http://schemas.microsoft.com/office/drawing/2017/decorative" val="1"/>
              </a:ext>
            </a:extLst>
          </p:cNvPr>
          <p:cNvSpPr/>
          <p:nvPr/>
        </p:nvSpPr>
        <p:spPr>
          <a:xfrm>
            <a:off x="6332413" y="2141538"/>
            <a:ext cx="4932701" cy="3605958"/>
          </a:xfrm>
          <a:prstGeom prst="roundRect">
            <a:avLst>
              <a:gd name="adj" fmla="val 4121"/>
            </a:avLst>
          </a:prstGeom>
          <a:solidFill>
            <a:schemeClr val="tx2"/>
          </a:solidFill>
          <a:ln>
            <a:solidFill>
              <a:srgbClr val="403F3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TextBox 141">
            <a:extLst>
              <a:ext uri="{FF2B5EF4-FFF2-40B4-BE49-F238E27FC236}">
                <a16:creationId xmlns:a16="http://schemas.microsoft.com/office/drawing/2014/main" id="{8210199A-3697-DB03-DBF4-ECD9AB7795DF}"/>
              </a:ext>
            </a:extLst>
          </p:cNvPr>
          <p:cNvSpPr txBox="1"/>
          <p:nvPr/>
        </p:nvSpPr>
        <p:spPr>
          <a:xfrm>
            <a:off x="6576802" y="2491421"/>
            <a:ext cx="1516002" cy="584775"/>
          </a:xfrm>
          <a:prstGeom prst="rect">
            <a:avLst/>
          </a:prstGeom>
          <a:noFill/>
        </p:spPr>
        <p:txBody>
          <a:bodyPr wrap="square" rtlCol="0">
            <a:spAutoFit/>
          </a:bodyPr>
          <a:lstStyle/>
          <a:p>
            <a:r>
              <a:rPr lang="en-US" sz="1600" b="1" dirty="0">
                <a:solidFill>
                  <a:schemeClr val="bg1"/>
                </a:solidFill>
              </a:rPr>
              <a:t>Evergreen</a:t>
            </a:r>
          </a:p>
          <a:p>
            <a:r>
              <a:rPr lang="en-US" sz="1600" b="1" dirty="0">
                <a:solidFill>
                  <a:schemeClr val="bg1"/>
                </a:solidFill>
              </a:rPr>
              <a:t>Background</a:t>
            </a:r>
          </a:p>
        </p:txBody>
      </p:sp>
      <p:grpSp>
        <p:nvGrpSpPr>
          <p:cNvPr id="291" name="Group 290" descr="White on evergreen background passing color contrast.">
            <a:extLst>
              <a:ext uri="{FF2B5EF4-FFF2-40B4-BE49-F238E27FC236}">
                <a16:creationId xmlns:a16="http://schemas.microsoft.com/office/drawing/2014/main" id="{5DB9535D-283B-D191-8C18-CE80042061C9}"/>
              </a:ext>
            </a:extLst>
          </p:cNvPr>
          <p:cNvGrpSpPr/>
          <p:nvPr/>
        </p:nvGrpSpPr>
        <p:grpSpPr>
          <a:xfrm>
            <a:off x="8157208" y="2463828"/>
            <a:ext cx="592385" cy="929137"/>
            <a:chOff x="8157208" y="2463828"/>
            <a:chExt cx="592385" cy="929137"/>
          </a:xfrm>
        </p:grpSpPr>
        <p:sp>
          <p:nvSpPr>
            <p:cNvPr id="221" name="TextBox 220">
              <a:extLst>
                <a:ext uri="{FF2B5EF4-FFF2-40B4-BE49-F238E27FC236}">
                  <a16:creationId xmlns:a16="http://schemas.microsoft.com/office/drawing/2014/main" id="{7DCDFBB8-05D4-9B4B-05DC-5C52552B73ED}"/>
                </a:ext>
              </a:extLst>
            </p:cNvPr>
            <p:cNvSpPr txBox="1"/>
            <p:nvPr/>
          </p:nvSpPr>
          <p:spPr>
            <a:xfrm>
              <a:off x="8157208" y="3085188"/>
              <a:ext cx="592385" cy="307777"/>
            </a:xfrm>
            <a:prstGeom prst="rect">
              <a:avLst/>
            </a:prstGeom>
            <a:noFill/>
          </p:spPr>
          <p:txBody>
            <a:bodyPr wrap="square" rtlCol="0">
              <a:spAutoFit/>
            </a:bodyPr>
            <a:lstStyle/>
            <a:p>
              <a:pPr algn="ctr"/>
              <a:r>
                <a:rPr lang="en-US" sz="1400" b="1" dirty="0">
                  <a:solidFill>
                    <a:schemeClr val="bg1"/>
                  </a:solidFill>
                </a:rPr>
                <a:t>Yes</a:t>
              </a:r>
            </a:p>
          </p:txBody>
        </p:sp>
        <p:grpSp>
          <p:nvGrpSpPr>
            <p:cNvPr id="222" name="Group 221">
              <a:extLst>
                <a:ext uri="{FF2B5EF4-FFF2-40B4-BE49-F238E27FC236}">
                  <a16:creationId xmlns:a16="http://schemas.microsoft.com/office/drawing/2014/main" id="{8CD1D446-CD2A-69C5-BC16-FCFAAC41A4C5}"/>
                </a:ext>
              </a:extLst>
            </p:cNvPr>
            <p:cNvGrpSpPr/>
            <p:nvPr/>
          </p:nvGrpSpPr>
          <p:grpSpPr>
            <a:xfrm>
              <a:off x="8175110" y="2463828"/>
              <a:ext cx="556582" cy="556582"/>
              <a:chOff x="593311" y="2719754"/>
              <a:chExt cx="633046" cy="633046"/>
            </a:xfrm>
          </p:grpSpPr>
          <p:sp>
            <p:nvSpPr>
              <p:cNvPr id="223" name="Oval 222">
                <a:extLst>
                  <a:ext uri="{FF2B5EF4-FFF2-40B4-BE49-F238E27FC236}">
                    <a16:creationId xmlns:a16="http://schemas.microsoft.com/office/drawing/2014/main" id="{BFF59781-D293-4E73-E307-3670ECF3D898}"/>
                  </a:ext>
                </a:extLst>
              </p:cNvPr>
              <p:cNvSpPr/>
              <p:nvPr/>
            </p:nvSpPr>
            <p:spPr>
              <a:xfrm>
                <a:off x="593311" y="2719754"/>
                <a:ext cx="633046" cy="63304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24" name="Graphic 8">
                <a:extLst>
                  <a:ext uri="{FF2B5EF4-FFF2-40B4-BE49-F238E27FC236}">
                    <a16:creationId xmlns:a16="http://schemas.microsoft.com/office/drawing/2014/main" id="{F048138E-9DD4-0DDD-94CC-2CC5B6A86C2E}"/>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tx2"/>
                </a:solidFill>
                <a:prstDash val="solid"/>
                <a:round/>
              </a:ln>
            </p:spPr>
            <p:txBody>
              <a:bodyPr rtlCol="0" anchor="ctr"/>
              <a:lstStyle/>
              <a:p>
                <a:endParaRPr lang="en-US" b="1"/>
              </a:p>
            </p:txBody>
          </p:sp>
        </p:grpSp>
      </p:grpSp>
      <p:grpSp>
        <p:nvGrpSpPr>
          <p:cNvPr id="292" name="Group 291" descr="Fidelity green on evergreen background not passing color contrast.">
            <a:extLst>
              <a:ext uri="{FF2B5EF4-FFF2-40B4-BE49-F238E27FC236}">
                <a16:creationId xmlns:a16="http://schemas.microsoft.com/office/drawing/2014/main" id="{21B52978-E23C-9B71-BD0A-DA1E8607C09D}"/>
              </a:ext>
            </a:extLst>
          </p:cNvPr>
          <p:cNvGrpSpPr/>
          <p:nvPr/>
        </p:nvGrpSpPr>
        <p:grpSpPr>
          <a:xfrm>
            <a:off x="8914252" y="2463828"/>
            <a:ext cx="592385" cy="929137"/>
            <a:chOff x="8914252" y="2463828"/>
            <a:chExt cx="592385" cy="929137"/>
          </a:xfrm>
        </p:grpSpPr>
        <p:sp>
          <p:nvSpPr>
            <p:cNvPr id="211" name="TextBox 210">
              <a:extLst>
                <a:ext uri="{FF2B5EF4-FFF2-40B4-BE49-F238E27FC236}">
                  <a16:creationId xmlns:a16="http://schemas.microsoft.com/office/drawing/2014/main" id="{E237F2B8-2F95-39F2-4EF6-298388F7E0F7}"/>
                </a:ext>
              </a:extLst>
            </p:cNvPr>
            <p:cNvSpPr txBox="1"/>
            <p:nvPr/>
          </p:nvSpPr>
          <p:spPr>
            <a:xfrm>
              <a:off x="8914252" y="3085188"/>
              <a:ext cx="592385" cy="307777"/>
            </a:xfrm>
            <a:prstGeom prst="rect">
              <a:avLst/>
            </a:prstGeom>
            <a:noFill/>
          </p:spPr>
          <p:txBody>
            <a:bodyPr wrap="square" rtlCol="0">
              <a:spAutoFit/>
            </a:bodyPr>
            <a:lstStyle/>
            <a:p>
              <a:pPr algn="ctr"/>
              <a:r>
                <a:rPr lang="en-US" sz="1400" dirty="0">
                  <a:solidFill>
                    <a:schemeClr val="bg1"/>
                  </a:solidFill>
                </a:rPr>
                <a:t>No</a:t>
              </a:r>
            </a:p>
          </p:txBody>
        </p:sp>
        <p:grpSp>
          <p:nvGrpSpPr>
            <p:cNvPr id="231" name="Group 230">
              <a:extLst>
                <a:ext uri="{FF2B5EF4-FFF2-40B4-BE49-F238E27FC236}">
                  <a16:creationId xmlns:a16="http://schemas.microsoft.com/office/drawing/2014/main" id="{C2EB70F8-A0CC-6923-63A2-B3DF380A7F97}"/>
                </a:ext>
              </a:extLst>
            </p:cNvPr>
            <p:cNvGrpSpPr/>
            <p:nvPr/>
          </p:nvGrpSpPr>
          <p:grpSpPr>
            <a:xfrm>
              <a:off x="8929190" y="2463828"/>
              <a:ext cx="556582" cy="556582"/>
              <a:chOff x="1468387" y="2715744"/>
              <a:chExt cx="633046" cy="633046"/>
            </a:xfrm>
          </p:grpSpPr>
          <p:sp>
            <p:nvSpPr>
              <p:cNvPr id="232" name="Oval 231">
                <a:extLst>
                  <a:ext uri="{FF2B5EF4-FFF2-40B4-BE49-F238E27FC236}">
                    <a16:creationId xmlns:a16="http://schemas.microsoft.com/office/drawing/2014/main" id="{D5D5C674-A36E-B0DD-61EE-B728A8DD4D46}"/>
                  </a:ext>
                </a:extLst>
              </p:cNvPr>
              <p:cNvSpPr/>
              <p:nvPr/>
            </p:nvSpPr>
            <p:spPr>
              <a:xfrm>
                <a:off x="1468387" y="2715744"/>
                <a:ext cx="633046" cy="633046"/>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3" name="Graphic 10">
                <a:extLst>
                  <a:ext uri="{FF2B5EF4-FFF2-40B4-BE49-F238E27FC236}">
                    <a16:creationId xmlns:a16="http://schemas.microsoft.com/office/drawing/2014/main" id="{F9DC65A9-3C46-05A9-C328-D4F54D073FBD}"/>
                  </a:ext>
                </a:extLst>
              </p:cNvPr>
              <p:cNvGrpSpPr/>
              <p:nvPr/>
            </p:nvGrpSpPr>
            <p:grpSpPr>
              <a:xfrm>
                <a:off x="1675372" y="2931501"/>
                <a:ext cx="219075" cy="219075"/>
                <a:chOff x="1675372" y="2931501"/>
                <a:chExt cx="219075" cy="219075"/>
              </a:xfrm>
              <a:noFill/>
            </p:grpSpPr>
            <p:sp>
              <p:nvSpPr>
                <p:cNvPr id="234" name="Freeform: Shape 233">
                  <a:extLst>
                    <a:ext uri="{FF2B5EF4-FFF2-40B4-BE49-F238E27FC236}">
                      <a16:creationId xmlns:a16="http://schemas.microsoft.com/office/drawing/2014/main" id="{60FB1294-3461-3016-9A11-6700E693619D}"/>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tx2"/>
                  </a:solidFill>
                  <a:prstDash val="solid"/>
                  <a:round/>
                </a:ln>
              </p:spPr>
              <p:txBody>
                <a:bodyPr rtlCol="0" anchor="ctr"/>
                <a:lstStyle/>
                <a:p>
                  <a:endParaRPr lang="en-US"/>
                </a:p>
              </p:txBody>
            </p:sp>
            <p:sp>
              <p:nvSpPr>
                <p:cNvPr id="235" name="Freeform: Shape 234">
                  <a:extLst>
                    <a:ext uri="{FF2B5EF4-FFF2-40B4-BE49-F238E27FC236}">
                      <a16:creationId xmlns:a16="http://schemas.microsoft.com/office/drawing/2014/main" id="{ABF429B2-AFBA-C574-E3B1-39EC6955337F}"/>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tx2"/>
                  </a:solidFill>
                  <a:prstDash val="solid"/>
                  <a:round/>
                </a:ln>
              </p:spPr>
              <p:txBody>
                <a:bodyPr rtlCol="0" anchor="ctr"/>
                <a:lstStyle/>
                <a:p>
                  <a:endParaRPr lang="en-US"/>
                </a:p>
              </p:txBody>
            </p:sp>
          </p:grpSp>
        </p:grpSp>
      </p:grpSp>
      <p:grpSp>
        <p:nvGrpSpPr>
          <p:cNvPr id="286" name="Group 285" descr="Black on evergreen background not passing color contrast.">
            <a:extLst>
              <a:ext uri="{FF2B5EF4-FFF2-40B4-BE49-F238E27FC236}">
                <a16:creationId xmlns:a16="http://schemas.microsoft.com/office/drawing/2014/main" id="{0742F1B1-B5C4-AA4A-4911-E25EF754C6A8}"/>
              </a:ext>
            </a:extLst>
          </p:cNvPr>
          <p:cNvGrpSpPr/>
          <p:nvPr/>
        </p:nvGrpSpPr>
        <p:grpSpPr>
          <a:xfrm>
            <a:off x="9670196" y="2463828"/>
            <a:ext cx="592385" cy="929137"/>
            <a:chOff x="9670196" y="2463828"/>
            <a:chExt cx="592385" cy="929137"/>
          </a:xfrm>
        </p:grpSpPr>
        <p:sp>
          <p:nvSpPr>
            <p:cNvPr id="201" name="TextBox 200">
              <a:extLst>
                <a:ext uri="{FF2B5EF4-FFF2-40B4-BE49-F238E27FC236}">
                  <a16:creationId xmlns:a16="http://schemas.microsoft.com/office/drawing/2014/main" id="{9A92A078-0A20-9563-673B-E8F10D0ED842}"/>
                </a:ext>
              </a:extLst>
            </p:cNvPr>
            <p:cNvSpPr txBox="1"/>
            <p:nvPr/>
          </p:nvSpPr>
          <p:spPr>
            <a:xfrm>
              <a:off x="9670196" y="3085188"/>
              <a:ext cx="592385" cy="307777"/>
            </a:xfrm>
            <a:prstGeom prst="rect">
              <a:avLst/>
            </a:prstGeom>
            <a:noFill/>
          </p:spPr>
          <p:txBody>
            <a:bodyPr wrap="square" rtlCol="0">
              <a:spAutoFit/>
            </a:bodyPr>
            <a:lstStyle/>
            <a:p>
              <a:pPr algn="ctr"/>
              <a:r>
                <a:rPr lang="en-US" sz="1400" dirty="0">
                  <a:solidFill>
                    <a:schemeClr val="bg1"/>
                  </a:solidFill>
                </a:rPr>
                <a:t>No</a:t>
              </a:r>
            </a:p>
          </p:txBody>
        </p:sp>
        <p:grpSp>
          <p:nvGrpSpPr>
            <p:cNvPr id="226" name="Group 225">
              <a:extLst>
                <a:ext uri="{FF2B5EF4-FFF2-40B4-BE49-F238E27FC236}">
                  <a16:creationId xmlns:a16="http://schemas.microsoft.com/office/drawing/2014/main" id="{8A6BAA7A-E7A4-0E53-CBC8-8CC512660932}"/>
                </a:ext>
              </a:extLst>
            </p:cNvPr>
            <p:cNvGrpSpPr/>
            <p:nvPr/>
          </p:nvGrpSpPr>
          <p:grpSpPr>
            <a:xfrm>
              <a:off x="9683271" y="2463828"/>
              <a:ext cx="556582" cy="556582"/>
              <a:chOff x="1468387" y="2715744"/>
              <a:chExt cx="633046" cy="633046"/>
            </a:xfrm>
          </p:grpSpPr>
          <p:sp>
            <p:nvSpPr>
              <p:cNvPr id="227" name="Oval 226">
                <a:extLst>
                  <a:ext uri="{FF2B5EF4-FFF2-40B4-BE49-F238E27FC236}">
                    <a16:creationId xmlns:a16="http://schemas.microsoft.com/office/drawing/2014/main" id="{638D161A-96F0-D827-CBF6-4DC327190AA1}"/>
                  </a:ext>
                </a:extLst>
              </p:cNvPr>
              <p:cNvSpPr/>
              <p:nvPr/>
            </p:nvSpPr>
            <p:spPr>
              <a:xfrm>
                <a:off x="1468387" y="2715744"/>
                <a:ext cx="633046" cy="63304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8" name="Graphic 10">
                <a:extLst>
                  <a:ext uri="{FF2B5EF4-FFF2-40B4-BE49-F238E27FC236}">
                    <a16:creationId xmlns:a16="http://schemas.microsoft.com/office/drawing/2014/main" id="{3067A5FE-D84A-335A-9A3E-AE6CBFBA50FB}"/>
                  </a:ext>
                </a:extLst>
              </p:cNvPr>
              <p:cNvGrpSpPr/>
              <p:nvPr/>
            </p:nvGrpSpPr>
            <p:grpSpPr>
              <a:xfrm>
                <a:off x="1675372" y="2931501"/>
                <a:ext cx="219075" cy="219075"/>
                <a:chOff x="1675372" y="2931501"/>
                <a:chExt cx="219075" cy="219075"/>
              </a:xfrm>
              <a:noFill/>
            </p:grpSpPr>
            <p:sp>
              <p:nvSpPr>
                <p:cNvPr id="229" name="Freeform: Shape 228">
                  <a:extLst>
                    <a:ext uri="{FF2B5EF4-FFF2-40B4-BE49-F238E27FC236}">
                      <a16:creationId xmlns:a16="http://schemas.microsoft.com/office/drawing/2014/main" id="{92C74050-EB71-ECEF-76AB-422F67140B97}"/>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tx2"/>
                  </a:solidFill>
                  <a:prstDash val="solid"/>
                  <a:round/>
                </a:ln>
              </p:spPr>
              <p:txBody>
                <a:bodyPr rtlCol="0" anchor="ctr"/>
                <a:lstStyle/>
                <a:p>
                  <a:endParaRPr lang="en-US" dirty="0"/>
                </a:p>
              </p:txBody>
            </p:sp>
            <p:sp>
              <p:nvSpPr>
                <p:cNvPr id="230" name="Freeform: Shape 229">
                  <a:extLst>
                    <a:ext uri="{FF2B5EF4-FFF2-40B4-BE49-F238E27FC236}">
                      <a16:creationId xmlns:a16="http://schemas.microsoft.com/office/drawing/2014/main" id="{404926F7-679F-8701-CC4B-D2A438EEEE13}"/>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tx2"/>
                  </a:solidFill>
                  <a:prstDash val="solid"/>
                  <a:round/>
                </a:ln>
              </p:spPr>
              <p:txBody>
                <a:bodyPr rtlCol="0" anchor="ctr"/>
                <a:lstStyle/>
                <a:p>
                  <a:endParaRPr lang="en-US"/>
                </a:p>
              </p:txBody>
            </p:sp>
          </p:grpSp>
        </p:grpSp>
      </p:grpSp>
      <p:grpSp>
        <p:nvGrpSpPr>
          <p:cNvPr id="9" name="Group 8" descr="Lime green on white background passing color contrast.">
            <a:extLst>
              <a:ext uri="{FF2B5EF4-FFF2-40B4-BE49-F238E27FC236}">
                <a16:creationId xmlns:a16="http://schemas.microsoft.com/office/drawing/2014/main" id="{84105B5B-ADA2-782F-D66F-6F0A6B1901C2}"/>
              </a:ext>
              <a:ext uri="{C183D7F6-B498-43B3-948B-1728B52AA6E4}">
                <adec:decorative xmlns:adec="http://schemas.microsoft.com/office/drawing/2017/decorative" val="0"/>
              </a:ext>
            </a:extLst>
          </p:cNvPr>
          <p:cNvGrpSpPr/>
          <p:nvPr/>
        </p:nvGrpSpPr>
        <p:grpSpPr>
          <a:xfrm>
            <a:off x="10428338" y="2463828"/>
            <a:ext cx="592385" cy="929137"/>
            <a:chOff x="10428338" y="2463828"/>
            <a:chExt cx="592385" cy="929137"/>
          </a:xfrm>
        </p:grpSpPr>
        <p:grpSp>
          <p:nvGrpSpPr>
            <p:cNvPr id="285" name="Group 284" descr="Lime on evergreen background passing color constrast.">
              <a:extLst>
                <a:ext uri="{FF2B5EF4-FFF2-40B4-BE49-F238E27FC236}">
                  <a16:creationId xmlns:a16="http://schemas.microsoft.com/office/drawing/2014/main" id="{DEE1E1B3-AECF-EA57-655B-035E5E76BDC2}"/>
                </a:ext>
              </a:extLst>
            </p:cNvPr>
            <p:cNvGrpSpPr/>
            <p:nvPr/>
          </p:nvGrpSpPr>
          <p:grpSpPr>
            <a:xfrm>
              <a:off x="10428338" y="2463828"/>
              <a:ext cx="592385" cy="929137"/>
              <a:chOff x="10428338" y="2463828"/>
              <a:chExt cx="592385" cy="929137"/>
            </a:xfrm>
          </p:grpSpPr>
          <p:sp>
            <p:nvSpPr>
              <p:cNvPr id="205" name="TextBox 204">
                <a:extLst>
                  <a:ext uri="{FF2B5EF4-FFF2-40B4-BE49-F238E27FC236}">
                    <a16:creationId xmlns:a16="http://schemas.microsoft.com/office/drawing/2014/main" id="{2C1EE65C-ECF3-C19C-9BF8-40CCB292CC98}"/>
                  </a:ext>
                </a:extLst>
              </p:cNvPr>
              <p:cNvSpPr txBox="1"/>
              <p:nvPr/>
            </p:nvSpPr>
            <p:spPr>
              <a:xfrm>
                <a:off x="10428338" y="3085188"/>
                <a:ext cx="592385" cy="307777"/>
              </a:xfrm>
              <a:prstGeom prst="rect">
                <a:avLst/>
              </a:prstGeom>
              <a:noFill/>
            </p:spPr>
            <p:txBody>
              <a:bodyPr wrap="square" rtlCol="0">
                <a:spAutoFit/>
              </a:bodyPr>
              <a:lstStyle/>
              <a:p>
                <a:pPr algn="ctr"/>
                <a:r>
                  <a:rPr lang="en-US" sz="1400" b="1" dirty="0">
                    <a:solidFill>
                      <a:schemeClr val="accent1"/>
                    </a:solidFill>
                  </a:rPr>
                  <a:t>Yes</a:t>
                </a:r>
              </a:p>
            </p:txBody>
          </p:sp>
          <p:sp>
            <p:nvSpPr>
              <p:cNvPr id="207" name="Oval 206">
                <a:extLst>
                  <a:ext uri="{FF2B5EF4-FFF2-40B4-BE49-F238E27FC236}">
                    <a16:creationId xmlns:a16="http://schemas.microsoft.com/office/drawing/2014/main" id="{30DA1A0B-C103-48DD-55B3-8EF406C0A134}"/>
                  </a:ext>
                </a:extLst>
              </p:cNvPr>
              <p:cNvSpPr/>
              <p:nvPr/>
            </p:nvSpPr>
            <p:spPr>
              <a:xfrm>
                <a:off x="10446239" y="2463828"/>
                <a:ext cx="556582" cy="55658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grpSp>
        <p:sp>
          <p:nvSpPr>
            <p:cNvPr id="7" name="Graphic 8">
              <a:extLst>
                <a:ext uri="{FF2B5EF4-FFF2-40B4-BE49-F238E27FC236}">
                  <a16:creationId xmlns:a16="http://schemas.microsoft.com/office/drawing/2014/main" id="{5CB53E8A-62D3-65DA-75AA-F537BDB2E7C0}"/>
                </a:ext>
              </a:extLst>
            </p:cNvPr>
            <p:cNvSpPr/>
            <p:nvPr/>
          </p:nvSpPr>
          <p:spPr>
            <a:xfrm>
              <a:off x="10628223" y="2645811"/>
              <a:ext cx="192613" cy="192613"/>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tx2"/>
              </a:solidFill>
              <a:prstDash val="solid"/>
              <a:round/>
            </a:ln>
          </p:spPr>
          <p:txBody>
            <a:bodyPr rtlCol="0" anchor="ctr"/>
            <a:lstStyle/>
            <a:p>
              <a:endParaRPr lang="en-US" b="1"/>
            </a:p>
          </p:txBody>
        </p:sp>
      </p:grpSp>
      <p:grpSp>
        <p:nvGrpSpPr>
          <p:cNvPr id="278" name="Group 277" descr="Aqua on evergreen background passing color contrast.">
            <a:extLst>
              <a:ext uri="{FF2B5EF4-FFF2-40B4-BE49-F238E27FC236}">
                <a16:creationId xmlns:a16="http://schemas.microsoft.com/office/drawing/2014/main" id="{8F3FE691-6F31-7346-2D6B-32E21E96BF72}"/>
              </a:ext>
            </a:extLst>
          </p:cNvPr>
          <p:cNvGrpSpPr/>
          <p:nvPr/>
        </p:nvGrpSpPr>
        <p:grpSpPr>
          <a:xfrm>
            <a:off x="6641326" y="3487876"/>
            <a:ext cx="592385" cy="932907"/>
            <a:chOff x="6641326" y="3487876"/>
            <a:chExt cx="592385" cy="932907"/>
          </a:xfrm>
        </p:grpSpPr>
        <p:sp>
          <p:nvSpPr>
            <p:cNvPr id="189" name="TextBox 188">
              <a:extLst>
                <a:ext uri="{FF2B5EF4-FFF2-40B4-BE49-F238E27FC236}">
                  <a16:creationId xmlns:a16="http://schemas.microsoft.com/office/drawing/2014/main" id="{9BCB5D86-B83E-7F33-7B2A-F66C2EF7AA18}"/>
                </a:ext>
              </a:extLst>
            </p:cNvPr>
            <p:cNvSpPr txBox="1"/>
            <p:nvPr/>
          </p:nvSpPr>
          <p:spPr>
            <a:xfrm>
              <a:off x="6641326" y="4113006"/>
              <a:ext cx="592385" cy="307777"/>
            </a:xfrm>
            <a:prstGeom prst="rect">
              <a:avLst/>
            </a:prstGeom>
            <a:noFill/>
          </p:spPr>
          <p:txBody>
            <a:bodyPr wrap="square" rtlCol="0">
              <a:spAutoFit/>
            </a:bodyPr>
            <a:lstStyle/>
            <a:p>
              <a:pPr algn="ctr"/>
              <a:r>
                <a:rPr lang="en-US" sz="1400" b="1" dirty="0">
                  <a:solidFill>
                    <a:schemeClr val="accent5"/>
                  </a:solidFill>
                </a:rPr>
                <a:t>Yes</a:t>
              </a:r>
            </a:p>
          </p:txBody>
        </p:sp>
        <p:grpSp>
          <p:nvGrpSpPr>
            <p:cNvPr id="242" name="Group 241">
              <a:extLst>
                <a:ext uri="{FF2B5EF4-FFF2-40B4-BE49-F238E27FC236}">
                  <a16:creationId xmlns:a16="http://schemas.microsoft.com/office/drawing/2014/main" id="{53E91CBE-5AF9-3325-CF3F-1D26097AC21B}"/>
                </a:ext>
              </a:extLst>
            </p:cNvPr>
            <p:cNvGrpSpPr/>
            <p:nvPr/>
          </p:nvGrpSpPr>
          <p:grpSpPr>
            <a:xfrm>
              <a:off x="6653365" y="3487876"/>
              <a:ext cx="556582" cy="556582"/>
              <a:chOff x="593311" y="2719754"/>
              <a:chExt cx="633046" cy="633046"/>
            </a:xfrm>
          </p:grpSpPr>
          <p:sp>
            <p:nvSpPr>
              <p:cNvPr id="243" name="Oval 242">
                <a:extLst>
                  <a:ext uri="{FF2B5EF4-FFF2-40B4-BE49-F238E27FC236}">
                    <a16:creationId xmlns:a16="http://schemas.microsoft.com/office/drawing/2014/main" id="{4505AA5E-1811-C59B-A011-C1AADAC968A3}"/>
                  </a:ext>
                </a:extLst>
              </p:cNvPr>
              <p:cNvSpPr/>
              <p:nvPr/>
            </p:nvSpPr>
            <p:spPr>
              <a:xfrm>
                <a:off x="593311" y="2719754"/>
                <a:ext cx="633046" cy="633046"/>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44" name="Graphic 8">
                <a:extLst>
                  <a:ext uri="{FF2B5EF4-FFF2-40B4-BE49-F238E27FC236}">
                    <a16:creationId xmlns:a16="http://schemas.microsoft.com/office/drawing/2014/main" id="{FCAFD6EF-4875-73AE-C46B-4141E4D9FAB2}"/>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tx2"/>
                </a:solidFill>
                <a:prstDash val="solid"/>
                <a:round/>
              </a:ln>
            </p:spPr>
            <p:txBody>
              <a:bodyPr rtlCol="0" anchor="ctr"/>
              <a:lstStyle/>
              <a:p>
                <a:endParaRPr lang="en-US" b="1"/>
              </a:p>
            </p:txBody>
          </p:sp>
        </p:grpSp>
      </p:grpSp>
      <p:grpSp>
        <p:nvGrpSpPr>
          <p:cNvPr id="290" name="Group 289" descr="Sky on evergreen background passing color contrast.">
            <a:extLst>
              <a:ext uri="{FF2B5EF4-FFF2-40B4-BE49-F238E27FC236}">
                <a16:creationId xmlns:a16="http://schemas.microsoft.com/office/drawing/2014/main" id="{C8A63CF4-B25A-B951-6247-A0A35B15D7F8}"/>
              </a:ext>
            </a:extLst>
          </p:cNvPr>
          <p:cNvGrpSpPr/>
          <p:nvPr/>
        </p:nvGrpSpPr>
        <p:grpSpPr>
          <a:xfrm>
            <a:off x="7400164" y="3487876"/>
            <a:ext cx="592385" cy="932907"/>
            <a:chOff x="7400164" y="3487876"/>
            <a:chExt cx="592385" cy="932907"/>
          </a:xfrm>
        </p:grpSpPr>
        <p:sp>
          <p:nvSpPr>
            <p:cNvPr id="215" name="TextBox 214">
              <a:extLst>
                <a:ext uri="{FF2B5EF4-FFF2-40B4-BE49-F238E27FC236}">
                  <a16:creationId xmlns:a16="http://schemas.microsoft.com/office/drawing/2014/main" id="{D37343FB-6074-21AC-A186-7A64AC2B0AD2}"/>
                </a:ext>
              </a:extLst>
            </p:cNvPr>
            <p:cNvSpPr txBox="1"/>
            <p:nvPr/>
          </p:nvSpPr>
          <p:spPr>
            <a:xfrm>
              <a:off x="7400164" y="4113006"/>
              <a:ext cx="592385" cy="307777"/>
            </a:xfrm>
            <a:prstGeom prst="rect">
              <a:avLst/>
            </a:prstGeom>
            <a:noFill/>
          </p:spPr>
          <p:txBody>
            <a:bodyPr wrap="square" rtlCol="0">
              <a:spAutoFit/>
            </a:bodyPr>
            <a:lstStyle/>
            <a:p>
              <a:pPr algn="ctr"/>
              <a:r>
                <a:rPr lang="en-US" sz="1400" b="1" dirty="0">
                  <a:solidFill>
                    <a:srgbClr val="28CAFF"/>
                  </a:solidFill>
                </a:rPr>
                <a:t>Yes</a:t>
              </a:r>
            </a:p>
          </p:txBody>
        </p:sp>
        <p:grpSp>
          <p:nvGrpSpPr>
            <p:cNvPr id="239" name="Group 238">
              <a:extLst>
                <a:ext uri="{FF2B5EF4-FFF2-40B4-BE49-F238E27FC236}">
                  <a16:creationId xmlns:a16="http://schemas.microsoft.com/office/drawing/2014/main" id="{B6067A78-D2A7-0A10-151B-401F93635FBD}"/>
                </a:ext>
              </a:extLst>
            </p:cNvPr>
            <p:cNvGrpSpPr/>
            <p:nvPr/>
          </p:nvGrpSpPr>
          <p:grpSpPr>
            <a:xfrm>
              <a:off x="7418065" y="3487876"/>
              <a:ext cx="556582" cy="556582"/>
              <a:chOff x="593311" y="2719754"/>
              <a:chExt cx="633046" cy="633046"/>
            </a:xfrm>
          </p:grpSpPr>
          <p:sp>
            <p:nvSpPr>
              <p:cNvPr id="240" name="Oval 239">
                <a:extLst>
                  <a:ext uri="{FF2B5EF4-FFF2-40B4-BE49-F238E27FC236}">
                    <a16:creationId xmlns:a16="http://schemas.microsoft.com/office/drawing/2014/main" id="{C868301E-2BF3-8D47-A136-095B85D9CC0D}"/>
                  </a:ext>
                </a:extLst>
              </p:cNvPr>
              <p:cNvSpPr/>
              <p:nvPr/>
            </p:nvSpPr>
            <p:spPr>
              <a:xfrm>
                <a:off x="593311" y="2719754"/>
                <a:ext cx="633046" cy="633046"/>
              </a:xfrm>
              <a:prstGeom prst="ellipse">
                <a:avLst/>
              </a:prstGeom>
              <a:solidFill>
                <a:srgbClr val="28C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41" name="Graphic 8">
                <a:extLst>
                  <a:ext uri="{FF2B5EF4-FFF2-40B4-BE49-F238E27FC236}">
                    <a16:creationId xmlns:a16="http://schemas.microsoft.com/office/drawing/2014/main" id="{3C457B37-1720-CC64-7F92-D83E505C0668}"/>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tx2"/>
                </a:solidFill>
                <a:prstDash val="solid"/>
                <a:round/>
              </a:ln>
            </p:spPr>
            <p:txBody>
              <a:bodyPr rtlCol="0" anchor="ctr"/>
              <a:lstStyle/>
              <a:p>
                <a:endParaRPr lang="en-US" b="1"/>
              </a:p>
            </p:txBody>
          </p:sp>
        </p:grpSp>
      </p:grpSp>
      <p:grpSp>
        <p:nvGrpSpPr>
          <p:cNvPr id="289" name="Group 288" descr="Lapis on evergreen background not passing color contrast.">
            <a:extLst>
              <a:ext uri="{FF2B5EF4-FFF2-40B4-BE49-F238E27FC236}">
                <a16:creationId xmlns:a16="http://schemas.microsoft.com/office/drawing/2014/main" id="{7733EC46-7D72-A8A7-C959-A6BE21E89A93}"/>
              </a:ext>
            </a:extLst>
          </p:cNvPr>
          <p:cNvGrpSpPr/>
          <p:nvPr/>
        </p:nvGrpSpPr>
        <p:grpSpPr>
          <a:xfrm>
            <a:off x="8157208" y="3487876"/>
            <a:ext cx="592385" cy="932907"/>
            <a:chOff x="8157208" y="3487876"/>
            <a:chExt cx="592385" cy="932907"/>
          </a:xfrm>
        </p:grpSpPr>
        <p:sp>
          <p:nvSpPr>
            <p:cNvPr id="183" name="TextBox 182">
              <a:extLst>
                <a:ext uri="{FF2B5EF4-FFF2-40B4-BE49-F238E27FC236}">
                  <a16:creationId xmlns:a16="http://schemas.microsoft.com/office/drawing/2014/main" id="{265572F2-5AFF-7591-C270-1087F5C2E923}"/>
                </a:ext>
              </a:extLst>
            </p:cNvPr>
            <p:cNvSpPr txBox="1"/>
            <p:nvPr/>
          </p:nvSpPr>
          <p:spPr>
            <a:xfrm>
              <a:off x="8157208" y="4113006"/>
              <a:ext cx="592385" cy="307777"/>
            </a:xfrm>
            <a:prstGeom prst="rect">
              <a:avLst/>
            </a:prstGeom>
            <a:noFill/>
          </p:spPr>
          <p:txBody>
            <a:bodyPr wrap="square" rtlCol="0">
              <a:spAutoFit/>
            </a:bodyPr>
            <a:lstStyle/>
            <a:p>
              <a:pPr algn="ctr"/>
              <a:r>
                <a:rPr lang="en-US" sz="1400" dirty="0">
                  <a:solidFill>
                    <a:schemeClr val="bg1"/>
                  </a:solidFill>
                </a:rPr>
                <a:t>No</a:t>
              </a:r>
            </a:p>
          </p:txBody>
        </p:sp>
        <p:grpSp>
          <p:nvGrpSpPr>
            <p:cNvPr id="245" name="Group 244">
              <a:extLst>
                <a:ext uri="{FF2B5EF4-FFF2-40B4-BE49-F238E27FC236}">
                  <a16:creationId xmlns:a16="http://schemas.microsoft.com/office/drawing/2014/main" id="{3EC71237-1FB7-8D14-5757-C43F528C7B04}"/>
                </a:ext>
              </a:extLst>
            </p:cNvPr>
            <p:cNvGrpSpPr/>
            <p:nvPr/>
          </p:nvGrpSpPr>
          <p:grpSpPr>
            <a:xfrm>
              <a:off x="8169182" y="3487876"/>
              <a:ext cx="556582" cy="556582"/>
              <a:chOff x="1468387" y="2715744"/>
              <a:chExt cx="633046" cy="633046"/>
            </a:xfrm>
          </p:grpSpPr>
          <p:sp>
            <p:nvSpPr>
              <p:cNvPr id="246" name="Oval 245">
                <a:extLst>
                  <a:ext uri="{FF2B5EF4-FFF2-40B4-BE49-F238E27FC236}">
                    <a16:creationId xmlns:a16="http://schemas.microsoft.com/office/drawing/2014/main" id="{36829D9E-D9FE-1DE3-6F0D-0F82536FE2B6}"/>
                  </a:ext>
                </a:extLst>
              </p:cNvPr>
              <p:cNvSpPr/>
              <p:nvPr/>
            </p:nvSpPr>
            <p:spPr>
              <a:xfrm>
                <a:off x="1468387" y="2715744"/>
                <a:ext cx="633046" cy="63304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7" name="Graphic 10">
                <a:extLst>
                  <a:ext uri="{FF2B5EF4-FFF2-40B4-BE49-F238E27FC236}">
                    <a16:creationId xmlns:a16="http://schemas.microsoft.com/office/drawing/2014/main" id="{0C1CAA18-FF6B-197D-6721-047653661388}"/>
                  </a:ext>
                </a:extLst>
              </p:cNvPr>
              <p:cNvGrpSpPr/>
              <p:nvPr/>
            </p:nvGrpSpPr>
            <p:grpSpPr>
              <a:xfrm>
                <a:off x="1675372" y="2931501"/>
                <a:ext cx="219075" cy="219075"/>
                <a:chOff x="1675372" y="2931501"/>
                <a:chExt cx="219075" cy="219075"/>
              </a:xfrm>
              <a:noFill/>
            </p:grpSpPr>
            <p:sp>
              <p:nvSpPr>
                <p:cNvPr id="248" name="Freeform: Shape 247">
                  <a:extLst>
                    <a:ext uri="{FF2B5EF4-FFF2-40B4-BE49-F238E27FC236}">
                      <a16:creationId xmlns:a16="http://schemas.microsoft.com/office/drawing/2014/main" id="{9DAB24E3-15D2-AA19-3F64-597CE4B7F98C}"/>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tx2"/>
                  </a:solidFill>
                  <a:prstDash val="solid"/>
                  <a:round/>
                </a:ln>
              </p:spPr>
              <p:txBody>
                <a:bodyPr rtlCol="0" anchor="ctr"/>
                <a:lstStyle/>
                <a:p>
                  <a:endParaRPr lang="en-US"/>
                </a:p>
              </p:txBody>
            </p:sp>
            <p:sp>
              <p:nvSpPr>
                <p:cNvPr id="249" name="Freeform: Shape 248">
                  <a:extLst>
                    <a:ext uri="{FF2B5EF4-FFF2-40B4-BE49-F238E27FC236}">
                      <a16:creationId xmlns:a16="http://schemas.microsoft.com/office/drawing/2014/main" id="{7AA93D9F-C221-7A65-F5D8-677E0659D9DA}"/>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tx2"/>
                  </a:solidFill>
                  <a:prstDash val="solid"/>
                  <a:round/>
                </a:ln>
              </p:spPr>
              <p:txBody>
                <a:bodyPr rtlCol="0" anchor="ctr"/>
                <a:lstStyle/>
                <a:p>
                  <a:endParaRPr lang="en-US"/>
                </a:p>
              </p:txBody>
            </p:sp>
          </p:grpSp>
        </p:grpSp>
      </p:grpSp>
      <p:grpSp>
        <p:nvGrpSpPr>
          <p:cNvPr id="288" name="Group 287" descr="Marine on evergreen background not passing color contrast.">
            <a:extLst>
              <a:ext uri="{FF2B5EF4-FFF2-40B4-BE49-F238E27FC236}">
                <a16:creationId xmlns:a16="http://schemas.microsoft.com/office/drawing/2014/main" id="{252C0824-21B5-6059-9B12-053EAC94EFE7}"/>
              </a:ext>
            </a:extLst>
          </p:cNvPr>
          <p:cNvGrpSpPr/>
          <p:nvPr/>
        </p:nvGrpSpPr>
        <p:grpSpPr>
          <a:xfrm>
            <a:off x="8914252" y="3487876"/>
            <a:ext cx="592385" cy="932907"/>
            <a:chOff x="8914252" y="3487876"/>
            <a:chExt cx="592385" cy="932907"/>
          </a:xfrm>
        </p:grpSpPr>
        <p:sp>
          <p:nvSpPr>
            <p:cNvPr id="179" name="TextBox 178">
              <a:extLst>
                <a:ext uri="{FF2B5EF4-FFF2-40B4-BE49-F238E27FC236}">
                  <a16:creationId xmlns:a16="http://schemas.microsoft.com/office/drawing/2014/main" id="{D43A7D01-9B5D-0B52-7136-24EE848BEB6B}"/>
                </a:ext>
              </a:extLst>
            </p:cNvPr>
            <p:cNvSpPr txBox="1"/>
            <p:nvPr/>
          </p:nvSpPr>
          <p:spPr>
            <a:xfrm>
              <a:off x="8914252" y="4113006"/>
              <a:ext cx="592385" cy="307777"/>
            </a:xfrm>
            <a:prstGeom prst="rect">
              <a:avLst/>
            </a:prstGeom>
            <a:noFill/>
          </p:spPr>
          <p:txBody>
            <a:bodyPr wrap="square" rtlCol="0">
              <a:spAutoFit/>
            </a:bodyPr>
            <a:lstStyle/>
            <a:p>
              <a:pPr algn="ctr"/>
              <a:r>
                <a:rPr lang="en-US" sz="1400" dirty="0">
                  <a:solidFill>
                    <a:schemeClr val="bg1"/>
                  </a:solidFill>
                </a:rPr>
                <a:t>No</a:t>
              </a:r>
            </a:p>
          </p:txBody>
        </p:sp>
        <p:grpSp>
          <p:nvGrpSpPr>
            <p:cNvPr id="170" name="Group 169">
              <a:extLst>
                <a:ext uri="{FF2B5EF4-FFF2-40B4-BE49-F238E27FC236}">
                  <a16:creationId xmlns:a16="http://schemas.microsoft.com/office/drawing/2014/main" id="{412A93C8-5FDB-EF58-A626-4A7064DDADD8}"/>
                </a:ext>
              </a:extLst>
            </p:cNvPr>
            <p:cNvGrpSpPr/>
            <p:nvPr/>
          </p:nvGrpSpPr>
          <p:grpSpPr>
            <a:xfrm>
              <a:off x="8925576" y="3487876"/>
              <a:ext cx="556582" cy="556582"/>
              <a:chOff x="1468387" y="2715744"/>
              <a:chExt cx="633046" cy="633046"/>
            </a:xfrm>
          </p:grpSpPr>
          <p:sp>
            <p:nvSpPr>
              <p:cNvPr id="171" name="Oval 170">
                <a:extLst>
                  <a:ext uri="{FF2B5EF4-FFF2-40B4-BE49-F238E27FC236}">
                    <a16:creationId xmlns:a16="http://schemas.microsoft.com/office/drawing/2014/main" id="{FD08D12C-9144-5B1C-C455-1D2B37232BCB}"/>
                  </a:ext>
                </a:extLst>
              </p:cNvPr>
              <p:cNvSpPr/>
              <p:nvPr/>
            </p:nvSpPr>
            <p:spPr>
              <a:xfrm>
                <a:off x="1468387" y="2715744"/>
                <a:ext cx="633046" cy="633046"/>
              </a:xfrm>
              <a:prstGeom prst="ellipse">
                <a:avLst/>
              </a:prstGeom>
              <a:solidFill>
                <a:srgbClr val="0454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2" name="Graphic 10">
                <a:extLst>
                  <a:ext uri="{FF2B5EF4-FFF2-40B4-BE49-F238E27FC236}">
                    <a16:creationId xmlns:a16="http://schemas.microsoft.com/office/drawing/2014/main" id="{D36B9285-8EC1-364A-EEF6-58A36F52513A}"/>
                  </a:ext>
                </a:extLst>
              </p:cNvPr>
              <p:cNvGrpSpPr/>
              <p:nvPr/>
            </p:nvGrpSpPr>
            <p:grpSpPr>
              <a:xfrm>
                <a:off x="1675372" y="2931501"/>
                <a:ext cx="219075" cy="219075"/>
                <a:chOff x="1675372" y="2931501"/>
                <a:chExt cx="219075" cy="219075"/>
              </a:xfrm>
              <a:noFill/>
            </p:grpSpPr>
            <p:sp>
              <p:nvSpPr>
                <p:cNvPr id="173" name="Freeform: Shape 172">
                  <a:extLst>
                    <a:ext uri="{FF2B5EF4-FFF2-40B4-BE49-F238E27FC236}">
                      <a16:creationId xmlns:a16="http://schemas.microsoft.com/office/drawing/2014/main" id="{3EFEF563-E3DC-FB37-7485-971199E333EE}"/>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tx2"/>
                  </a:solidFill>
                  <a:prstDash val="solid"/>
                  <a:round/>
                </a:ln>
              </p:spPr>
              <p:txBody>
                <a:bodyPr rtlCol="0" anchor="ctr"/>
                <a:lstStyle/>
                <a:p>
                  <a:endParaRPr lang="en-US"/>
                </a:p>
              </p:txBody>
            </p:sp>
            <p:sp>
              <p:nvSpPr>
                <p:cNvPr id="174" name="Freeform: Shape 173">
                  <a:extLst>
                    <a:ext uri="{FF2B5EF4-FFF2-40B4-BE49-F238E27FC236}">
                      <a16:creationId xmlns:a16="http://schemas.microsoft.com/office/drawing/2014/main" id="{663743F6-0DC1-AC3E-FE06-7CA0B8AF2424}"/>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tx2"/>
                  </a:solidFill>
                  <a:prstDash val="solid"/>
                  <a:round/>
                </a:ln>
              </p:spPr>
              <p:txBody>
                <a:bodyPr rtlCol="0" anchor="ctr"/>
                <a:lstStyle/>
                <a:p>
                  <a:endParaRPr lang="en-US"/>
                </a:p>
              </p:txBody>
            </p:sp>
          </p:grpSp>
        </p:grpSp>
      </p:grpSp>
      <p:grpSp>
        <p:nvGrpSpPr>
          <p:cNvPr id="287" name="Group 286" descr="Purple on evergreen background not passing color contrast.">
            <a:extLst>
              <a:ext uri="{FF2B5EF4-FFF2-40B4-BE49-F238E27FC236}">
                <a16:creationId xmlns:a16="http://schemas.microsoft.com/office/drawing/2014/main" id="{0F94AE23-5423-144A-DD51-5EE7EFDBF92D}"/>
              </a:ext>
            </a:extLst>
          </p:cNvPr>
          <p:cNvGrpSpPr/>
          <p:nvPr/>
        </p:nvGrpSpPr>
        <p:grpSpPr>
          <a:xfrm>
            <a:off x="9670196" y="3487876"/>
            <a:ext cx="592385" cy="932907"/>
            <a:chOff x="9670196" y="3487876"/>
            <a:chExt cx="592385" cy="932907"/>
          </a:xfrm>
        </p:grpSpPr>
        <p:grpSp>
          <p:nvGrpSpPr>
            <p:cNvPr id="196" name="Group 195">
              <a:extLst>
                <a:ext uri="{FF2B5EF4-FFF2-40B4-BE49-F238E27FC236}">
                  <a16:creationId xmlns:a16="http://schemas.microsoft.com/office/drawing/2014/main" id="{FF7FAD9B-1E88-EA13-E01B-CABC0453650D}"/>
                </a:ext>
              </a:extLst>
            </p:cNvPr>
            <p:cNvGrpSpPr/>
            <p:nvPr/>
          </p:nvGrpSpPr>
          <p:grpSpPr>
            <a:xfrm>
              <a:off x="9688098" y="3487876"/>
              <a:ext cx="556582" cy="556582"/>
              <a:chOff x="1468387" y="2715744"/>
              <a:chExt cx="633046" cy="633046"/>
            </a:xfrm>
          </p:grpSpPr>
          <p:sp>
            <p:nvSpPr>
              <p:cNvPr id="197" name="Oval 196">
                <a:extLst>
                  <a:ext uri="{FF2B5EF4-FFF2-40B4-BE49-F238E27FC236}">
                    <a16:creationId xmlns:a16="http://schemas.microsoft.com/office/drawing/2014/main" id="{01D8ECB1-D080-A54F-8EF5-71C6338AE5DC}"/>
                  </a:ext>
                </a:extLst>
              </p:cNvPr>
              <p:cNvSpPr/>
              <p:nvPr/>
            </p:nvSpPr>
            <p:spPr>
              <a:xfrm>
                <a:off x="1468387" y="2715744"/>
                <a:ext cx="633046" cy="633046"/>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8" name="Graphic 10">
                <a:extLst>
                  <a:ext uri="{FF2B5EF4-FFF2-40B4-BE49-F238E27FC236}">
                    <a16:creationId xmlns:a16="http://schemas.microsoft.com/office/drawing/2014/main" id="{F2F11674-1D1C-4CCE-9745-73DDC5D5EC5D}"/>
                  </a:ext>
                </a:extLst>
              </p:cNvPr>
              <p:cNvGrpSpPr/>
              <p:nvPr/>
            </p:nvGrpSpPr>
            <p:grpSpPr>
              <a:xfrm>
                <a:off x="1675372" y="2931501"/>
                <a:ext cx="219075" cy="219075"/>
                <a:chOff x="1675372" y="2931501"/>
                <a:chExt cx="219075" cy="219075"/>
              </a:xfrm>
              <a:noFill/>
            </p:grpSpPr>
            <p:sp>
              <p:nvSpPr>
                <p:cNvPr id="199" name="Freeform: Shape 198">
                  <a:extLst>
                    <a:ext uri="{FF2B5EF4-FFF2-40B4-BE49-F238E27FC236}">
                      <a16:creationId xmlns:a16="http://schemas.microsoft.com/office/drawing/2014/main" id="{B706B4CE-1A4D-B8AD-4FCB-EAB837CABBD4}"/>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tx2"/>
                  </a:solidFill>
                  <a:prstDash val="solid"/>
                  <a:round/>
                </a:ln>
              </p:spPr>
              <p:txBody>
                <a:bodyPr rtlCol="0" anchor="ctr"/>
                <a:lstStyle/>
                <a:p>
                  <a:endParaRPr lang="en-US"/>
                </a:p>
              </p:txBody>
            </p:sp>
            <p:sp>
              <p:nvSpPr>
                <p:cNvPr id="200" name="Freeform: Shape 199">
                  <a:extLst>
                    <a:ext uri="{FF2B5EF4-FFF2-40B4-BE49-F238E27FC236}">
                      <a16:creationId xmlns:a16="http://schemas.microsoft.com/office/drawing/2014/main" id="{6DF922DA-4CB7-A8EC-E2B1-EA75A840EF31}"/>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tx2"/>
                  </a:solidFill>
                  <a:prstDash val="solid"/>
                  <a:round/>
                </a:ln>
              </p:spPr>
              <p:txBody>
                <a:bodyPr rtlCol="0" anchor="ctr"/>
                <a:lstStyle/>
                <a:p>
                  <a:endParaRPr lang="en-US"/>
                </a:p>
              </p:txBody>
            </p:sp>
          </p:grpSp>
        </p:grpSp>
        <p:sp>
          <p:nvSpPr>
            <p:cNvPr id="175" name="TextBox 174">
              <a:extLst>
                <a:ext uri="{FF2B5EF4-FFF2-40B4-BE49-F238E27FC236}">
                  <a16:creationId xmlns:a16="http://schemas.microsoft.com/office/drawing/2014/main" id="{A2EB099D-669C-55AA-E245-B9D0BA093C6F}"/>
                </a:ext>
              </a:extLst>
            </p:cNvPr>
            <p:cNvSpPr txBox="1"/>
            <p:nvPr/>
          </p:nvSpPr>
          <p:spPr>
            <a:xfrm>
              <a:off x="9670196" y="4113006"/>
              <a:ext cx="592385" cy="307777"/>
            </a:xfrm>
            <a:prstGeom prst="rect">
              <a:avLst/>
            </a:prstGeom>
            <a:noFill/>
          </p:spPr>
          <p:txBody>
            <a:bodyPr wrap="square" rtlCol="0">
              <a:spAutoFit/>
            </a:bodyPr>
            <a:lstStyle/>
            <a:p>
              <a:pPr algn="ctr"/>
              <a:r>
                <a:rPr lang="en-US" sz="1400" dirty="0">
                  <a:solidFill>
                    <a:schemeClr val="bg1"/>
                  </a:solidFill>
                </a:rPr>
                <a:t>No</a:t>
              </a:r>
            </a:p>
          </p:txBody>
        </p:sp>
      </p:grpSp>
      <p:grpSp>
        <p:nvGrpSpPr>
          <p:cNvPr id="284" name="Group 283" descr="Violet on evergreen background not passing color contrast.">
            <a:extLst>
              <a:ext uri="{FF2B5EF4-FFF2-40B4-BE49-F238E27FC236}">
                <a16:creationId xmlns:a16="http://schemas.microsoft.com/office/drawing/2014/main" id="{6C2F5A67-41D8-E105-90FD-D9143001A922}"/>
              </a:ext>
            </a:extLst>
          </p:cNvPr>
          <p:cNvGrpSpPr/>
          <p:nvPr/>
        </p:nvGrpSpPr>
        <p:grpSpPr>
          <a:xfrm>
            <a:off x="10428338" y="3487876"/>
            <a:ext cx="592385" cy="932907"/>
            <a:chOff x="10428338" y="3487876"/>
            <a:chExt cx="592385" cy="932907"/>
          </a:xfrm>
        </p:grpSpPr>
        <p:sp>
          <p:nvSpPr>
            <p:cNvPr id="165" name="TextBox 164">
              <a:extLst>
                <a:ext uri="{FF2B5EF4-FFF2-40B4-BE49-F238E27FC236}">
                  <a16:creationId xmlns:a16="http://schemas.microsoft.com/office/drawing/2014/main" id="{93D6F27D-15A1-E264-1943-0E4FBBD8F6AE}"/>
                </a:ext>
              </a:extLst>
            </p:cNvPr>
            <p:cNvSpPr txBox="1"/>
            <p:nvPr/>
          </p:nvSpPr>
          <p:spPr>
            <a:xfrm>
              <a:off x="10428338" y="4113006"/>
              <a:ext cx="592385" cy="307777"/>
            </a:xfrm>
            <a:prstGeom prst="rect">
              <a:avLst/>
            </a:prstGeom>
            <a:noFill/>
          </p:spPr>
          <p:txBody>
            <a:bodyPr wrap="square" rtlCol="0">
              <a:spAutoFit/>
            </a:bodyPr>
            <a:lstStyle/>
            <a:p>
              <a:pPr algn="ctr"/>
              <a:r>
                <a:rPr lang="en-US" sz="1400" dirty="0">
                  <a:solidFill>
                    <a:schemeClr val="bg1"/>
                  </a:solidFill>
                </a:rPr>
                <a:t>No</a:t>
              </a:r>
            </a:p>
          </p:txBody>
        </p:sp>
        <p:grpSp>
          <p:nvGrpSpPr>
            <p:cNvPr id="144" name="Group 143">
              <a:extLst>
                <a:ext uri="{FF2B5EF4-FFF2-40B4-BE49-F238E27FC236}">
                  <a16:creationId xmlns:a16="http://schemas.microsoft.com/office/drawing/2014/main" id="{D72B7D7F-7E7C-F593-44BC-F38994EFD6CC}"/>
                </a:ext>
              </a:extLst>
            </p:cNvPr>
            <p:cNvGrpSpPr/>
            <p:nvPr/>
          </p:nvGrpSpPr>
          <p:grpSpPr>
            <a:xfrm>
              <a:off x="10446239" y="3487876"/>
              <a:ext cx="556582" cy="556582"/>
              <a:chOff x="1468387" y="2715744"/>
              <a:chExt cx="633046" cy="633046"/>
            </a:xfrm>
          </p:grpSpPr>
          <p:sp>
            <p:nvSpPr>
              <p:cNvPr id="145" name="Oval 144">
                <a:extLst>
                  <a:ext uri="{FF2B5EF4-FFF2-40B4-BE49-F238E27FC236}">
                    <a16:creationId xmlns:a16="http://schemas.microsoft.com/office/drawing/2014/main" id="{1F53839E-610D-E0B9-5C39-9FA138B6B2C1}"/>
                  </a:ext>
                </a:extLst>
              </p:cNvPr>
              <p:cNvSpPr/>
              <p:nvPr/>
            </p:nvSpPr>
            <p:spPr>
              <a:xfrm>
                <a:off x="1468387" y="2715744"/>
                <a:ext cx="633046" cy="633046"/>
              </a:xfrm>
              <a:prstGeom prst="ellipse">
                <a:avLst/>
              </a:prstGeom>
              <a:solidFill>
                <a:srgbClr val="5B2C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6" name="Graphic 10">
                <a:extLst>
                  <a:ext uri="{FF2B5EF4-FFF2-40B4-BE49-F238E27FC236}">
                    <a16:creationId xmlns:a16="http://schemas.microsoft.com/office/drawing/2014/main" id="{9458CFD5-FBA2-E7A9-1680-42FD52433334}"/>
                  </a:ext>
                </a:extLst>
              </p:cNvPr>
              <p:cNvGrpSpPr/>
              <p:nvPr/>
            </p:nvGrpSpPr>
            <p:grpSpPr>
              <a:xfrm>
                <a:off x="1675372" y="2931501"/>
                <a:ext cx="219075" cy="219075"/>
                <a:chOff x="1675372" y="2931501"/>
                <a:chExt cx="219075" cy="219075"/>
              </a:xfrm>
              <a:noFill/>
            </p:grpSpPr>
            <p:sp>
              <p:nvSpPr>
                <p:cNvPr id="147" name="Freeform: Shape 146">
                  <a:extLst>
                    <a:ext uri="{FF2B5EF4-FFF2-40B4-BE49-F238E27FC236}">
                      <a16:creationId xmlns:a16="http://schemas.microsoft.com/office/drawing/2014/main" id="{1BEE54EA-88A6-8471-0113-06B3D075F83C}"/>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tx2"/>
                  </a:solidFill>
                  <a:prstDash val="solid"/>
                  <a:round/>
                </a:ln>
              </p:spPr>
              <p:txBody>
                <a:bodyPr rtlCol="0" anchor="ctr"/>
                <a:lstStyle/>
                <a:p>
                  <a:endParaRPr lang="en-US"/>
                </a:p>
              </p:txBody>
            </p:sp>
            <p:sp>
              <p:nvSpPr>
                <p:cNvPr id="148" name="Freeform: Shape 147">
                  <a:extLst>
                    <a:ext uri="{FF2B5EF4-FFF2-40B4-BE49-F238E27FC236}">
                      <a16:creationId xmlns:a16="http://schemas.microsoft.com/office/drawing/2014/main" id="{F942F3B5-7C62-1BF5-D17D-AFE9CCFE2561}"/>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tx2"/>
                  </a:solidFill>
                  <a:prstDash val="solid"/>
                  <a:round/>
                </a:ln>
              </p:spPr>
              <p:txBody>
                <a:bodyPr rtlCol="0" anchor="ctr"/>
                <a:lstStyle/>
                <a:p>
                  <a:endParaRPr lang="en-US"/>
                </a:p>
              </p:txBody>
            </p:sp>
          </p:grpSp>
        </p:grpSp>
      </p:grpSp>
      <p:grpSp>
        <p:nvGrpSpPr>
          <p:cNvPr id="277" name="Group 276" descr="Magenta on evergreen background not passing color contrast.">
            <a:extLst>
              <a:ext uri="{FF2B5EF4-FFF2-40B4-BE49-F238E27FC236}">
                <a16:creationId xmlns:a16="http://schemas.microsoft.com/office/drawing/2014/main" id="{565B4CDB-460B-27F8-2BCA-5E6332FD980A}"/>
              </a:ext>
            </a:extLst>
          </p:cNvPr>
          <p:cNvGrpSpPr/>
          <p:nvPr/>
        </p:nvGrpSpPr>
        <p:grpSpPr>
          <a:xfrm>
            <a:off x="6641326" y="4569586"/>
            <a:ext cx="592385" cy="932178"/>
            <a:chOff x="6641326" y="4569586"/>
            <a:chExt cx="592385" cy="932178"/>
          </a:xfrm>
        </p:grpSpPr>
        <p:sp>
          <p:nvSpPr>
            <p:cNvPr id="153" name="TextBox 152">
              <a:extLst>
                <a:ext uri="{FF2B5EF4-FFF2-40B4-BE49-F238E27FC236}">
                  <a16:creationId xmlns:a16="http://schemas.microsoft.com/office/drawing/2014/main" id="{37C5C9AC-B3DA-5704-0ECC-310A4023C23C}"/>
                </a:ext>
              </a:extLst>
            </p:cNvPr>
            <p:cNvSpPr txBox="1"/>
            <p:nvPr/>
          </p:nvSpPr>
          <p:spPr>
            <a:xfrm>
              <a:off x="6641326" y="5193987"/>
              <a:ext cx="592385" cy="307777"/>
            </a:xfrm>
            <a:prstGeom prst="rect">
              <a:avLst/>
            </a:prstGeom>
            <a:noFill/>
          </p:spPr>
          <p:txBody>
            <a:bodyPr wrap="square" rtlCol="0">
              <a:spAutoFit/>
            </a:bodyPr>
            <a:lstStyle/>
            <a:p>
              <a:pPr algn="ctr"/>
              <a:r>
                <a:rPr lang="en-US" sz="1400" dirty="0">
                  <a:solidFill>
                    <a:schemeClr val="bg1"/>
                  </a:solidFill>
                </a:rPr>
                <a:t>No</a:t>
              </a:r>
            </a:p>
          </p:txBody>
        </p:sp>
        <p:grpSp>
          <p:nvGrpSpPr>
            <p:cNvPr id="154" name="Group 153">
              <a:extLst>
                <a:ext uri="{FF2B5EF4-FFF2-40B4-BE49-F238E27FC236}">
                  <a16:creationId xmlns:a16="http://schemas.microsoft.com/office/drawing/2014/main" id="{B47B926D-CB7E-D206-28DB-A1DAF902CDA9}"/>
                </a:ext>
              </a:extLst>
            </p:cNvPr>
            <p:cNvGrpSpPr/>
            <p:nvPr/>
          </p:nvGrpSpPr>
          <p:grpSpPr>
            <a:xfrm>
              <a:off x="6659228" y="4569586"/>
              <a:ext cx="556582" cy="556582"/>
              <a:chOff x="1468387" y="2715744"/>
              <a:chExt cx="633046" cy="633046"/>
            </a:xfrm>
          </p:grpSpPr>
          <p:sp>
            <p:nvSpPr>
              <p:cNvPr id="155" name="Oval 154">
                <a:extLst>
                  <a:ext uri="{FF2B5EF4-FFF2-40B4-BE49-F238E27FC236}">
                    <a16:creationId xmlns:a16="http://schemas.microsoft.com/office/drawing/2014/main" id="{1F064FE0-2B32-67E6-5F44-6271B6B04310}"/>
                  </a:ext>
                </a:extLst>
              </p:cNvPr>
              <p:cNvSpPr/>
              <p:nvPr/>
            </p:nvSpPr>
            <p:spPr>
              <a:xfrm>
                <a:off x="1468387" y="2715744"/>
                <a:ext cx="633046" cy="633046"/>
              </a:xfrm>
              <a:prstGeom prst="ellipse">
                <a:avLst/>
              </a:prstGeom>
              <a:solidFill>
                <a:srgbClr val="FC27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6" name="Graphic 10">
                <a:extLst>
                  <a:ext uri="{FF2B5EF4-FFF2-40B4-BE49-F238E27FC236}">
                    <a16:creationId xmlns:a16="http://schemas.microsoft.com/office/drawing/2014/main" id="{1D86AECF-F373-781D-7929-6667CC915E22}"/>
                  </a:ext>
                </a:extLst>
              </p:cNvPr>
              <p:cNvGrpSpPr/>
              <p:nvPr/>
            </p:nvGrpSpPr>
            <p:grpSpPr>
              <a:xfrm>
                <a:off x="1675372" y="2931501"/>
                <a:ext cx="219075" cy="219075"/>
                <a:chOff x="1675372" y="2931501"/>
                <a:chExt cx="219075" cy="219075"/>
              </a:xfrm>
              <a:noFill/>
            </p:grpSpPr>
            <p:sp>
              <p:nvSpPr>
                <p:cNvPr id="157" name="Freeform: Shape 156">
                  <a:extLst>
                    <a:ext uri="{FF2B5EF4-FFF2-40B4-BE49-F238E27FC236}">
                      <a16:creationId xmlns:a16="http://schemas.microsoft.com/office/drawing/2014/main" id="{D12D4C7A-CD98-6A96-BFD3-2D3681216194}"/>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tx2"/>
                  </a:solidFill>
                  <a:prstDash val="solid"/>
                  <a:round/>
                </a:ln>
              </p:spPr>
              <p:txBody>
                <a:bodyPr rtlCol="0" anchor="ctr"/>
                <a:lstStyle/>
                <a:p>
                  <a:endParaRPr lang="en-US"/>
                </a:p>
              </p:txBody>
            </p:sp>
            <p:sp>
              <p:nvSpPr>
                <p:cNvPr id="158" name="Freeform: Shape 157">
                  <a:extLst>
                    <a:ext uri="{FF2B5EF4-FFF2-40B4-BE49-F238E27FC236}">
                      <a16:creationId xmlns:a16="http://schemas.microsoft.com/office/drawing/2014/main" id="{175E9188-0D7E-5D13-D486-47E72384777B}"/>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tx2"/>
                  </a:solidFill>
                  <a:prstDash val="solid"/>
                  <a:round/>
                </a:ln>
              </p:spPr>
              <p:txBody>
                <a:bodyPr rtlCol="0" anchor="ctr"/>
                <a:lstStyle/>
                <a:p>
                  <a:endParaRPr lang="en-US"/>
                </a:p>
              </p:txBody>
            </p:sp>
          </p:grpSp>
        </p:grpSp>
      </p:grpSp>
      <p:grpSp>
        <p:nvGrpSpPr>
          <p:cNvPr id="279" name="Group 278" descr="Sunrise on evergreen background passing color contrast.">
            <a:extLst>
              <a:ext uri="{FF2B5EF4-FFF2-40B4-BE49-F238E27FC236}">
                <a16:creationId xmlns:a16="http://schemas.microsoft.com/office/drawing/2014/main" id="{0AD15B53-B9F9-D361-A719-4B940D58844E}"/>
              </a:ext>
            </a:extLst>
          </p:cNvPr>
          <p:cNvGrpSpPr/>
          <p:nvPr/>
        </p:nvGrpSpPr>
        <p:grpSpPr>
          <a:xfrm>
            <a:off x="7400164" y="4569586"/>
            <a:ext cx="592385" cy="932178"/>
            <a:chOff x="7400164" y="4569586"/>
            <a:chExt cx="592385" cy="932178"/>
          </a:xfrm>
        </p:grpSpPr>
        <p:sp>
          <p:nvSpPr>
            <p:cNvPr id="159" name="TextBox 158">
              <a:extLst>
                <a:ext uri="{FF2B5EF4-FFF2-40B4-BE49-F238E27FC236}">
                  <a16:creationId xmlns:a16="http://schemas.microsoft.com/office/drawing/2014/main" id="{D1C574C6-2E30-7FA9-39FB-95CAD0835B3B}"/>
                </a:ext>
              </a:extLst>
            </p:cNvPr>
            <p:cNvSpPr txBox="1"/>
            <p:nvPr/>
          </p:nvSpPr>
          <p:spPr>
            <a:xfrm>
              <a:off x="7400164" y="5193987"/>
              <a:ext cx="592385" cy="307777"/>
            </a:xfrm>
            <a:prstGeom prst="rect">
              <a:avLst/>
            </a:prstGeom>
            <a:noFill/>
          </p:spPr>
          <p:txBody>
            <a:bodyPr wrap="square" rtlCol="0">
              <a:spAutoFit/>
            </a:bodyPr>
            <a:lstStyle/>
            <a:p>
              <a:pPr algn="ctr"/>
              <a:r>
                <a:rPr lang="en-US" sz="1400" b="1" dirty="0">
                  <a:solidFill>
                    <a:srgbClr val="FF7A11"/>
                  </a:solidFill>
                </a:rPr>
                <a:t>Yes</a:t>
              </a:r>
            </a:p>
          </p:txBody>
        </p:sp>
        <p:grpSp>
          <p:nvGrpSpPr>
            <p:cNvPr id="259" name="Group 258">
              <a:extLst>
                <a:ext uri="{FF2B5EF4-FFF2-40B4-BE49-F238E27FC236}">
                  <a16:creationId xmlns:a16="http://schemas.microsoft.com/office/drawing/2014/main" id="{A2FF9110-79FC-F40E-F6D6-AB0322A9D008}"/>
                </a:ext>
              </a:extLst>
            </p:cNvPr>
            <p:cNvGrpSpPr/>
            <p:nvPr/>
          </p:nvGrpSpPr>
          <p:grpSpPr>
            <a:xfrm>
              <a:off x="7423750" y="4569586"/>
              <a:ext cx="556582" cy="556582"/>
              <a:chOff x="593311" y="2719754"/>
              <a:chExt cx="633046" cy="633046"/>
            </a:xfrm>
          </p:grpSpPr>
          <p:sp>
            <p:nvSpPr>
              <p:cNvPr id="260" name="Oval 259">
                <a:extLst>
                  <a:ext uri="{FF2B5EF4-FFF2-40B4-BE49-F238E27FC236}">
                    <a16:creationId xmlns:a16="http://schemas.microsoft.com/office/drawing/2014/main" id="{C379DDCE-A1B8-29B3-8863-723653ADEC9A}"/>
                  </a:ext>
                </a:extLst>
              </p:cNvPr>
              <p:cNvSpPr/>
              <p:nvPr/>
            </p:nvSpPr>
            <p:spPr>
              <a:xfrm>
                <a:off x="593311" y="2719754"/>
                <a:ext cx="633046" cy="633046"/>
              </a:xfrm>
              <a:prstGeom prst="ellipse">
                <a:avLst/>
              </a:prstGeom>
              <a:solidFill>
                <a:srgbClr val="FF7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61" name="Graphic 8">
                <a:extLst>
                  <a:ext uri="{FF2B5EF4-FFF2-40B4-BE49-F238E27FC236}">
                    <a16:creationId xmlns:a16="http://schemas.microsoft.com/office/drawing/2014/main" id="{F12FB725-22A6-1AA3-1D38-120BDFA2A0D2}"/>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tx2"/>
                </a:solidFill>
                <a:prstDash val="solid"/>
                <a:round/>
              </a:ln>
            </p:spPr>
            <p:txBody>
              <a:bodyPr rtlCol="0" anchor="ctr"/>
              <a:lstStyle/>
              <a:p>
                <a:endParaRPr lang="en-US" b="1"/>
              </a:p>
            </p:txBody>
          </p:sp>
        </p:grpSp>
      </p:grpSp>
      <p:grpSp>
        <p:nvGrpSpPr>
          <p:cNvPr id="280" name="Group 279" descr="Gold on evergreen background passing color contrast.">
            <a:extLst>
              <a:ext uri="{FF2B5EF4-FFF2-40B4-BE49-F238E27FC236}">
                <a16:creationId xmlns:a16="http://schemas.microsoft.com/office/drawing/2014/main" id="{706D1351-D564-B4F0-F49A-4D73543FD175}"/>
              </a:ext>
            </a:extLst>
          </p:cNvPr>
          <p:cNvGrpSpPr/>
          <p:nvPr/>
        </p:nvGrpSpPr>
        <p:grpSpPr>
          <a:xfrm>
            <a:off x="8157208" y="4569586"/>
            <a:ext cx="592385" cy="932178"/>
            <a:chOff x="8157208" y="4569586"/>
            <a:chExt cx="592385" cy="932178"/>
          </a:xfrm>
        </p:grpSpPr>
        <p:sp>
          <p:nvSpPr>
            <p:cNvPr id="169" name="TextBox 168">
              <a:extLst>
                <a:ext uri="{FF2B5EF4-FFF2-40B4-BE49-F238E27FC236}">
                  <a16:creationId xmlns:a16="http://schemas.microsoft.com/office/drawing/2014/main" id="{669D901F-6CA6-1653-CDF7-17F930B936E9}"/>
                </a:ext>
              </a:extLst>
            </p:cNvPr>
            <p:cNvSpPr txBox="1"/>
            <p:nvPr/>
          </p:nvSpPr>
          <p:spPr>
            <a:xfrm>
              <a:off x="8157208" y="5193987"/>
              <a:ext cx="592385" cy="307777"/>
            </a:xfrm>
            <a:prstGeom prst="rect">
              <a:avLst/>
            </a:prstGeom>
            <a:noFill/>
          </p:spPr>
          <p:txBody>
            <a:bodyPr wrap="square" rtlCol="0">
              <a:spAutoFit/>
            </a:bodyPr>
            <a:lstStyle/>
            <a:p>
              <a:pPr algn="ctr"/>
              <a:r>
                <a:rPr lang="en-US" sz="1400" b="1" dirty="0">
                  <a:solidFill>
                    <a:srgbClr val="DBCA72"/>
                  </a:solidFill>
                </a:rPr>
                <a:t>Yes</a:t>
              </a:r>
            </a:p>
          </p:txBody>
        </p:sp>
        <p:grpSp>
          <p:nvGrpSpPr>
            <p:cNvPr id="256" name="Group 255">
              <a:extLst>
                <a:ext uri="{FF2B5EF4-FFF2-40B4-BE49-F238E27FC236}">
                  <a16:creationId xmlns:a16="http://schemas.microsoft.com/office/drawing/2014/main" id="{EEC0A721-01E6-D3EF-94DA-814DDC511B96}"/>
                </a:ext>
              </a:extLst>
            </p:cNvPr>
            <p:cNvGrpSpPr/>
            <p:nvPr/>
          </p:nvGrpSpPr>
          <p:grpSpPr>
            <a:xfrm>
              <a:off x="8188273" y="4569586"/>
              <a:ext cx="556582" cy="556582"/>
              <a:chOff x="593311" y="2719754"/>
              <a:chExt cx="633046" cy="633046"/>
            </a:xfrm>
          </p:grpSpPr>
          <p:sp>
            <p:nvSpPr>
              <p:cNvPr id="257" name="Oval 256">
                <a:extLst>
                  <a:ext uri="{FF2B5EF4-FFF2-40B4-BE49-F238E27FC236}">
                    <a16:creationId xmlns:a16="http://schemas.microsoft.com/office/drawing/2014/main" id="{5F48132F-2DEC-8FB1-E079-F64FF81DC207}"/>
                  </a:ext>
                </a:extLst>
              </p:cNvPr>
              <p:cNvSpPr/>
              <p:nvPr/>
            </p:nvSpPr>
            <p:spPr>
              <a:xfrm>
                <a:off x="593311" y="2719754"/>
                <a:ext cx="633046" cy="633046"/>
              </a:xfrm>
              <a:prstGeom prst="ellipse">
                <a:avLst/>
              </a:prstGeom>
              <a:solidFill>
                <a:srgbClr val="DBC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58" name="Graphic 8">
                <a:extLst>
                  <a:ext uri="{FF2B5EF4-FFF2-40B4-BE49-F238E27FC236}">
                    <a16:creationId xmlns:a16="http://schemas.microsoft.com/office/drawing/2014/main" id="{1D68E0BA-04CA-5AC1-7D88-A86385773B33}"/>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tx2"/>
                </a:solidFill>
                <a:prstDash val="solid"/>
                <a:round/>
              </a:ln>
            </p:spPr>
            <p:txBody>
              <a:bodyPr rtlCol="0" anchor="ctr"/>
              <a:lstStyle/>
              <a:p>
                <a:endParaRPr lang="en-US" b="1"/>
              </a:p>
            </p:txBody>
          </p:sp>
        </p:grpSp>
      </p:grpSp>
      <p:grpSp>
        <p:nvGrpSpPr>
          <p:cNvPr id="225" name="Group 224" descr="Charcoal on evergreen background not passing color contrast.">
            <a:extLst>
              <a:ext uri="{FF2B5EF4-FFF2-40B4-BE49-F238E27FC236}">
                <a16:creationId xmlns:a16="http://schemas.microsoft.com/office/drawing/2014/main" id="{392D31E5-0F3A-C88C-6064-4505A0D16317}"/>
              </a:ext>
            </a:extLst>
          </p:cNvPr>
          <p:cNvGrpSpPr/>
          <p:nvPr/>
        </p:nvGrpSpPr>
        <p:grpSpPr>
          <a:xfrm>
            <a:off x="8914252" y="4569586"/>
            <a:ext cx="592385" cy="932178"/>
            <a:chOff x="8914252" y="4569586"/>
            <a:chExt cx="592385" cy="932178"/>
          </a:xfrm>
        </p:grpSpPr>
        <p:grpSp>
          <p:nvGrpSpPr>
            <p:cNvPr id="281" name="Group 280" descr="Charcoal on evergreen background not passing color constrast.">
              <a:extLst>
                <a:ext uri="{FF2B5EF4-FFF2-40B4-BE49-F238E27FC236}">
                  <a16:creationId xmlns:a16="http://schemas.microsoft.com/office/drawing/2014/main" id="{B38A8B6F-F3F9-7244-54A0-7A1B01869B07}"/>
                </a:ext>
              </a:extLst>
            </p:cNvPr>
            <p:cNvGrpSpPr/>
            <p:nvPr/>
          </p:nvGrpSpPr>
          <p:grpSpPr>
            <a:xfrm>
              <a:off x="8914252" y="4569586"/>
              <a:ext cx="592385" cy="932178"/>
              <a:chOff x="8914252" y="4569586"/>
              <a:chExt cx="592385" cy="932178"/>
            </a:xfrm>
          </p:grpSpPr>
          <p:sp>
            <p:nvSpPr>
              <p:cNvPr id="149" name="TextBox 148">
                <a:extLst>
                  <a:ext uri="{FF2B5EF4-FFF2-40B4-BE49-F238E27FC236}">
                    <a16:creationId xmlns:a16="http://schemas.microsoft.com/office/drawing/2014/main" id="{CBF8C157-6BC4-5BC3-7ACF-596E6B9BFB33}"/>
                  </a:ext>
                </a:extLst>
              </p:cNvPr>
              <p:cNvSpPr txBox="1"/>
              <p:nvPr/>
            </p:nvSpPr>
            <p:spPr>
              <a:xfrm>
                <a:off x="8914252" y="5193987"/>
                <a:ext cx="592385" cy="307777"/>
              </a:xfrm>
              <a:prstGeom prst="rect">
                <a:avLst/>
              </a:prstGeom>
              <a:noFill/>
            </p:spPr>
            <p:txBody>
              <a:bodyPr wrap="square" rtlCol="0">
                <a:spAutoFit/>
              </a:bodyPr>
              <a:lstStyle/>
              <a:p>
                <a:pPr algn="ctr"/>
                <a:r>
                  <a:rPr lang="en-US" sz="1400" dirty="0">
                    <a:solidFill>
                      <a:schemeClr val="bg1"/>
                    </a:solidFill>
                  </a:rPr>
                  <a:t>No</a:t>
                </a:r>
              </a:p>
            </p:txBody>
          </p:sp>
          <p:sp>
            <p:nvSpPr>
              <p:cNvPr id="151" name="Oval 150">
                <a:extLst>
                  <a:ext uri="{FF2B5EF4-FFF2-40B4-BE49-F238E27FC236}">
                    <a16:creationId xmlns:a16="http://schemas.microsoft.com/office/drawing/2014/main" id="{65581376-4837-9DF3-E67E-F58DF4E86994}"/>
                  </a:ext>
                </a:extLst>
              </p:cNvPr>
              <p:cNvSpPr/>
              <p:nvPr/>
            </p:nvSpPr>
            <p:spPr>
              <a:xfrm>
                <a:off x="8932154" y="4569586"/>
                <a:ext cx="556582" cy="556582"/>
              </a:xfrm>
              <a:prstGeom prst="ellipse">
                <a:avLst/>
              </a:prstGeom>
              <a:solidFill>
                <a:srgbClr val="403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aphic 10">
              <a:extLst>
                <a:ext uri="{FF2B5EF4-FFF2-40B4-BE49-F238E27FC236}">
                  <a16:creationId xmlns:a16="http://schemas.microsoft.com/office/drawing/2014/main" id="{59266BFA-D44E-43A7-8BE6-C1B19CD334F0}"/>
                </a:ext>
              </a:extLst>
            </p:cNvPr>
            <p:cNvGrpSpPr/>
            <p:nvPr/>
          </p:nvGrpSpPr>
          <p:grpSpPr>
            <a:xfrm>
              <a:off x="9115471" y="4757282"/>
              <a:ext cx="192613" cy="192613"/>
              <a:chOff x="1675372" y="2931501"/>
              <a:chExt cx="219075" cy="219075"/>
            </a:xfrm>
            <a:noFill/>
          </p:grpSpPr>
          <p:sp>
            <p:nvSpPr>
              <p:cNvPr id="23" name="Freeform: Shape 22">
                <a:extLst>
                  <a:ext uri="{FF2B5EF4-FFF2-40B4-BE49-F238E27FC236}">
                    <a16:creationId xmlns:a16="http://schemas.microsoft.com/office/drawing/2014/main" id="{FEA80DC2-56D6-768E-A834-9750EF274D0E}"/>
                  </a:ext>
                </a:extLst>
              </p:cNvPr>
              <p:cNvSpPr/>
              <p:nvPr/>
            </p:nvSpPr>
            <p:spPr>
              <a:xfrm>
                <a:off x="1675372" y="2931501"/>
                <a:ext cx="219075" cy="219075"/>
              </a:xfrm>
              <a:custGeom>
                <a:avLst/>
                <a:gdLst>
                  <a:gd name="connsiteX0" fmla="*/ 0 w 219075"/>
                  <a:gd name="connsiteY0" fmla="*/ 0 h 219075"/>
                  <a:gd name="connsiteX1" fmla="*/ 219075 w 219075"/>
                  <a:gd name="connsiteY1" fmla="*/ 219075 h 219075"/>
                </a:gdLst>
                <a:ahLst/>
                <a:cxnLst>
                  <a:cxn ang="0">
                    <a:pos x="connsiteX0" y="connsiteY0"/>
                  </a:cxn>
                  <a:cxn ang="0">
                    <a:pos x="connsiteX1" y="connsiteY1"/>
                  </a:cxn>
                </a:cxnLst>
                <a:rect l="l" t="t" r="r" b="b"/>
                <a:pathLst>
                  <a:path w="219075" h="219075">
                    <a:moveTo>
                      <a:pt x="0" y="0"/>
                    </a:moveTo>
                    <a:lnTo>
                      <a:pt x="219075" y="219075"/>
                    </a:lnTo>
                  </a:path>
                </a:pathLst>
              </a:custGeom>
              <a:noFill/>
              <a:ln w="38100" cap="rnd">
                <a:solidFill>
                  <a:schemeClr val="tx2"/>
                </a:solidFill>
                <a:prstDash val="solid"/>
                <a:round/>
              </a:ln>
            </p:spPr>
            <p:txBody>
              <a:bodyPr rtlCol="0" anchor="ctr"/>
              <a:lstStyle/>
              <a:p>
                <a:endParaRPr lang="en-US"/>
              </a:p>
            </p:txBody>
          </p:sp>
          <p:sp>
            <p:nvSpPr>
              <p:cNvPr id="28" name="Freeform: Shape 27">
                <a:extLst>
                  <a:ext uri="{FF2B5EF4-FFF2-40B4-BE49-F238E27FC236}">
                    <a16:creationId xmlns:a16="http://schemas.microsoft.com/office/drawing/2014/main" id="{D459E9B3-2992-9798-E0E7-A8F8EDBD3B3C}"/>
                  </a:ext>
                </a:extLst>
              </p:cNvPr>
              <p:cNvSpPr/>
              <p:nvPr/>
            </p:nvSpPr>
            <p:spPr>
              <a:xfrm>
                <a:off x="1675372" y="2931501"/>
                <a:ext cx="219075" cy="219075"/>
              </a:xfrm>
              <a:custGeom>
                <a:avLst/>
                <a:gdLst>
                  <a:gd name="connsiteX0" fmla="*/ 219075 w 219075"/>
                  <a:gd name="connsiteY0" fmla="*/ 0 h 219075"/>
                  <a:gd name="connsiteX1" fmla="*/ 0 w 219075"/>
                  <a:gd name="connsiteY1" fmla="*/ 219075 h 219075"/>
                </a:gdLst>
                <a:ahLst/>
                <a:cxnLst>
                  <a:cxn ang="0">
                    <a:pos x="connsiteX0" y="connsiteY0"/>
                  </a:cxn>
                  <a:cxn ang="0">
                    <a:pos x="connsiteX1" y="connsiteY1"/>
                  </a:cxn>
                </a:cxnLst>
                <a:rect l="l" t="t" r="r" b="b"/>
                <a:pathLst>
                  <a:path w="219075" h="219075">
                    <a:moveTo>
                      <a:pt x="219075" y="0"/>
                    </a:moveTo>
                    <a:lnTo>
                      <a:pt x="0" y="219075"/>
                    </a:lnTo>
                  </a:path>
                </a:pathLst>
              </a:custGeom>
              <a:noFill/>
              <a:ln w="38100" cap="rnd">
                <a:solidFill>
                  <a:schemeClr val="tx2"/>
                </a:solidFill>
                <a:prstDash val="solid"/>
                <a:round/>
              </a:ln>
            </p:spPr>
            <p:txBody>
              <a:bodyPr rtlCol="0" anchor="ctr"/>
              <a:lstStyle/>
              <a:p>
                <a:endParaRPr lang="en-US"/>
              </a:p>
            </p:txBody>
          </p:sp>
        </p:grpSp>
      </p:grpSp>
      <p:grpSp>
        <p:nvGrpSpPr>
          <p:cNvPr id="282" name="Group 281" descr="Sand on evergreen background passing color contrast.">
            <a:extLst>
              <a:ext uri="{FF2B5EF4-FFF2-40B4-BE49-F238E27FC236}">
                <a16:creationId xmlns:a16="http://schemas.microsoft.com/office/drawing/2014/main" id="{CFA9BCFE-529E-6753-6CD7-7C8E52235882}"/>
              </a:ext>
            </a:extLst>
          </p:cNvPr>
          <p:cNvGrpSpPr/>
          <p:nvPr/>
        </p:nvGrpSpPr>
        <p:grpSpPr>
          <a:xfrm>
            <a:off x="9670196" y="4569586"/>
            <a:ext cx="592385" cy="932178"/>
            <a:chOff x="9670196" y="4569586"/>
            <a:chExt cx="592385" cy="932178"/>
          </a:xfrm>
        </p:grpSpPr>
        <p:sp>
          <p:nvSpPr>
            <p:cNvPr id="195" name="TextBox 194">
              <a:extLst>
                <a:ext uri="{FF2B5EF4-FFF2-40B4-BE49-F238E27FC236}">
                  <a16:creationId xmlns:a16="http://schemas.microsoft.com/office/drawing/2014/main" id="{1D786F50-3ED8-A1F5-72B8-8CC3DEEC83EE}"/>
                </a:ext>
              </a:extLst>
            </p:cNvPr>
            <p:cNvSpPr txBox="1"/>
            <p:nvPr/>
          </p:nvSpPr>
          <p:spPr>
            <a:xfrm>
              <a:off x="9670196" y="5193987"/>
              <a:ext cx="592385" cy="307777"/>
            </a:xfrm>
            <a:prstGeom prst="rect">
              <a:avLst/>
            </a:prstGeom>
            <a:noFill/>
          </p:spPr>
          <p:txBody>
            <a:bodyPr wrap="square" rtlCol="0">
              <a:spAutoFit/>
            </a:bodyPr>
            <a:lstStyle/>
            <a:p>
              <a:pPr algn="ctr"/>
              <a:r>
                <a:rPr lang="en-US" sz="1400" b="1" dirty="0">
                  <a:solidFill>
                    <a:srgbClr val="F7F4E4"/>
                  </a:solidFill>
                </a:rPr>
                <a:t>Yes</a:t>
              </a:r>
            </a:p>
          </p:txBody>
        </p:sp>
        <p:grpSp>
          <p:nvGrpSpPr>
            <p:cNvPr id="250" name="Group 249">
              <a:extLst>
                <a:ext uri="{FF2B5EF4-FFF2-40B4-BE49-F238E27FC236}">
                  <a16:creationId xmlns:a16="http://schemas.microsoft.com/office/drawing/2014/main" id="{5869AD3D-F82A-601D-9267-1206434FFA68}"/>
                </a:ext>
              </a:extLst>
            </p:cNvPr>
            <p:cNvGrpSpPr/>
            <p:nvPr/>
          </p:nvGrpSpPr>
          <p:grpSpPr>
            <a:xfrm>
              <a:off x="9688098" y="4569586"/>
              <a:ext cx="556582" cy="556582"/>
              <a:chOff x="593311" y="2719754"/>
              <a:chExt cx="633046" cy="633046"/>
            </a:xfrm>
          </p:grpSpPr>
          <p:sp>
            <p:nvSpPr>
              <p:cNvPr id="251" name="Oval 250">
                <a:extLst>
                  <a:ext uri="{FF2B5EF4-FFF2-40B4-BE49-F238E27FC236}">
                    <a16:creationId xmlns:a16="http://schemas.microsoft.com/office/drawing/2014/main" id="{A3E8544E-9219-97EA-2F04-AFFFF0E7D689}"/>
                  </a:ext>
                </a:extLst>
              </p:cNvPr>
              <p:cNvSpPr/>
              <p:nvPr/>
            </p:nvSpPr>
            <p:spPr>
              <a:xfrm>
                <a:off x="593311" y="2719754"/>
                <a:ext cx="633046" cy="633046"/>
              </a:xfrm>
              <a:prstGeom prst="ellipse">
                <a:avLst/>
              </a:prstGeom>
              <a:solidFill>
                <a:srgbClr val="F7F4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52" name="Graphic 8">
                <a:extLst>
                  <a:ext uri="{FF2B5EF4-FFF2-40B4-BE49-F238E27FC236}">
                    <a16:creationId xmlns:a16="http://schemas.microsoft.com/office/drawing/2014/main" id="{C516F1BD-B5E1-8C64-699D-9A653F41FA8D}"/>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tx2"/>
                </a:solidFill>
                <a:prstDash val="solid"/>
                <a:round/>
              </a:ln>
            </p:spPr>
            <p:txBody>
              <a:bodyPr rtlCol="0" anchor="ctr"/>
              <a:lstStyle/>
              <a:p>
                <a:endParaRPr lang="en-US" b="1"/>
              </a:p>
            </p:txBody>
          </p:sp>
        </p:grpSp>
      </p:grpSp>
      <p:grpSp>
        <p:nvGrpSpPr>
          <p:cNvPr id="283" name="Group 282" descr="Mist on evergreen background passing color contrast.">
            <a:extLst>
              <a:ext uri="{FF2B5EF4-FFF2-40B4-BE49-F238E27FC236}">
                <a16:creationId xmlns:a16="http://schemas.microsoft.com/office/drawing/2014/main" id="{161C6AAC-1E14-68D2-A5EE-81C57E54B876}"/>
              </a:ext>
            </a:extLst>
          </p:cNvPr>
          <p:cNvGrpSpPr/>
          <p:nvPr/>
        </p:nvGrpSpPr>
        <p:grpSpPr>
          <a:xfrm>
            <a:off x="10428338" y="4569586"/>
            <a:ext cx="592385" cy="932178"/>
            <a:chOff x="10428338" y="4569586"/>
            <a:chExt cx="592385" cy="932178"/>
          </a:xfrm>
        </p:grpSpPr>
        <p:sp>
          <p:nvSpPr>
            <p:cNvPr id="143" name="TextBox 142">
              <a:extLst>
                <a:ext uri="{FF2B5EF4-FFF2-40B4-BE49-F238E27FC236}">
                  <a16:creationId xmlns:a16="http://schemas.microsoft.com/office/drawing/2014/main" id="{BE6D2B9F-748C-6D1A-413B-B331DE3974FA}"/>
                </a:ext>
              </a:extLst>
            </p:cNvPr>
            <p:cNvSpPr txBox="1"/>
            <p:nvPr/>
          </p:nvSpPr>
          <p:spPr>
            <a:xfrm>
              <a:off x="10428338" y="5193987"/>
              <a:ext cx="592385" cy="307777"/>
            </a:xfrm>
            <a:prstGeom prst="rect">
              <a:avLst/>
            </a:prstGeom>
            <a:noFill/>
          </p:spPr>
          <p:txBody>
            <a:bodyPr wrap="square" rtlCol="0">
              <a:spAutoFit/>
            </a:bodyPr>
            <a:lstStyle/>
            <a:p>
              <a:pPr algn="ctr"/>
              <a:r>
                <a:rPr lang="en-US" sz="1400" b="1" dirty="0">
                  <a:solidFill>
                    <a:srgbClr val="F9F7F5"/>
                  </a:solidFill>
                </a:rPr>
                <a:t>Yes</a:t>
              </a:r>
            </a:p>
          </p:txBody>
        </p:sp>
        <p:grpSp>
          <p:nvGrpSpPr>
            <p:cNvPr id="253" name="Group 252">
              <a:extLst>
                <a:ext uri="{FF2B5EF4-FFF2-40B4-BE49-F238E27FC236}">
                  <a16:creationId xmlns:a16="http://schemas.microsoft.com/office/drawing/2014/main" id="{1BDE4274-5277-155B-DBC5-E51A8EB17236}"/>
                </a:ext>
              </a:extLst>
            </p:cNvPr>
            <p:cNvGrpSpPr/>
            <p:nvPr/>
          </p:nvGrpSpPr>
          <p:grpSpPr>
            <a:xfrm>
              <a:off x="10446239" y="4569586"/>
              <a:ext cx="556582" cy="556582"/>
              <a:chOff x="593311" y="2719754"/>
              <a:chExt cx="633046" cy="633046"/>
            </a:xfrm>
          </p:grpSpPr>
          <p:sp>
            <p:nvSpPr>
              <p:cNvPr id="254" name="Oval 253">
                <a:extLst>
                  <a:ext uri="{FF2B5EF4-FFF2-40B4-BE49-F238E27FC236}">
                    <a16:creationId xmlns:a16="http://schemas.microsoft.com/office/drawing/2014/main" id="{B4EC94AB-145C-B07B-1103-88D317D77603}"/>
                  </a:ext>
                </a:extLst>
              </p:cNvPr>
              <p:cNvSpPr/>
              <p:nvPr/>
            </p:nvSpPr>
            <p:spPr>
              <a:xfrm>
                <a:off x="593311" y="2719754"/>
                <a:ext cx="633046" cy="633046"/>
              </a:xfrm>
              <a:prstGeom prst="ellipse">
                <a:avLst/>
              </a:prstGeom>
              <a:solidFill>
                <a:srgbClr val="F9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55" name="Graphic 8">
                <a:extLst>
                  <a:ext uri="{FF2B5EF4-FFF2-40B4-BE49-F238E27FC236}">
                    <a16:creationId xmlns:a16="http://schemas.microsoft.com/office/drawing/2014/main" id="{331D8876-2CB6-E8F0-D3BA-134CC328F839}"/>
                  </a:ext>
                </a:extLst>
              </p:cNvPr>
              <p:cNvSpPr/>
              <p:nvPr/>
            </p:nvSpPr>
            <p:spPr>
              <a:xfrm>
                <a:off x="800296" y="2926739"/>
                <a:ext cx="219075" cy="219075"/>
              </a:xfrm>
              <a:custGeom>
                <a:avLst/>
                <a:gdLst>
                  <a:gd name="connsiteX0" fmla="*/ 219075 w 219075"/>
                  <a:gd name="connsiteY0" fmla="*/ 0 h 219075"/>
                  <a:gd name="connsiteX1" fmla="*/ 61913 w 219075"/>
                  <a:gd name="connsiteY1" fmla="*/ 219075 h 219075"/>
                  <a:gd name="connsiteX2" fmla="*/ 0 w 219075"/>
                  <a:gd name="connsiteY2" fmla="*/ 157163 h 219075"/>
                </a:gdLst>
                <a:ahLst/>
                <a:cxnLst>
                  <a:cxn ang="0">
                    <a:pos x="connsiteX0" y="connsiteY0"/>
                  </a:cxn>
                  <a:cxn ang="0">
                    <a:pos x="connsiteX1" y="connsiteY1"/>
                  </a:cxn>
                  <a:cxn ang="0">
                    <a:pos x="connsiteX2" y="connsiteY2"/>
                  </a:cxn>
                </a:cxnLst>
                <a:rect l="l" t="t" r="r" b="b"/>
                <a:pathLst>
                  <a:path w="219075" h="219075">
                    <a:moveTo>
                      <a:pt x="219075" y="0"/>
                    </a:moveTo>
                    <a:lnTo>
                      <a:pt x="61913" y="219075"/>
                    </a:lnTo>
                    <a:lnTo>
                      <a:pt x="0" y="157163"/>
                    </a:lnTo>
                  </a:path>
                </a:pathLst>
              </a:custGeom>
              <a:noFill/>
              <a:ln w="38100" cap="rnd">
                <a:solidFill>
                  <a:schemeClr val="tx2"/>
                </a:solidFill>
                <a:prstDash val="solid"/>
                <a:round/>
              </a:ln>
            </p:spPr>
            <p:txBody>
              <a:bodyPr rtlCol="0" anchor="ctr"/>
              <a:lstStyle/>
              <a:p>
                <a:endParaRPr lang="en-US" b="1"/>
              </a:p>
            </p:txBody>
          </p:sp>
        </p:grpSp>
      </p:grpSp>
      <p:sp>
        <p:nvSpPr>
          <p:cNvPr id="5" name="Content Placeholder 1">
            <a:extLst>
              <a:ext uri="{FF2B5EF4-FFF2-40B4-BE49-F238E27FC236}">
                <a16:creationId xmlns:a16="http://schemas.microsoft.com/office/drawing/2014/main" id="{4EF214A6-63FA-6C7A-FF8A-FE17E786686F}"/>
              </a:ext>
            </a:extLst>
          </p:cNvPr>
          <p:cNvSpPr txBox="1">
            <a:spLocks/>
          </p:cNvSpPr>
          <p:nvPr/>
        </p:nvSpPr>
        <p:spPr>
          <a:xfrm>
            <a:off x="3006348" y="6159176"/>
            <a:ext cx="6178377" cy="48281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100" dirty="0"/>
              <a:t>This guide is accounting for </a:t>
            </a:r>
            <a:r>
              <a:rPr lang="en-US" sz="1050" dirty="0">
                <a:hlinkClick r:id="rId3"/>
              </a:rPr>
              <a:t>WCAG A and AA</a:t>
            </a:r>
            <a:r>
              <a:rPr lang="en-US" sz="1100" dirty="0"/>
              <a:t> standards at normal text size (14 points). </a:t>
            </a:r>
            <a:br>
              <a:rPr lang="en-US" sz="1100" dirty="0"/>
            </a:br>
            <a:r>
              <a:rPr lang="en-US" sz="1100" dirty="0"/>
              <a:t>Large text is considered 24 points or higher.</a:t>
            </a:r>
          </a:p>
        </p:txBody>
      </p:sp>
      <p:sp>
        <p:nvSpPr>
          <p:cNvPr id="11" name="Slide Number Placeholder 10">
            <a:extLst>
              <a:ext uri="{FF2B5EF4-FFF2-40B4-BE49-F238E27FC236}">
                <a16:creationId xmlns:a16="http://schemas.microsoft.com/office/drawing/2014/main" id="{DD4F945A-A5A3-ED6C-907D-6A7F38DD8362}"/>
              </a:ext>
            </a:extLst>
          </p:cNvPr>
          <p:cNvSpPr>
            <a:spLocks noGrp="1"/>
          </p:cNvSpPr>
          <p:nvPr>
            <p:ph type="sldNum" sz="quarter" idx="10"/>
          </p:nvPr>
        </p:nvSpPr>
        <p:spPr/>
        <p:txBody>
          <a:bodyPr/>
          <a:lstStyle/>
          <a:p>
            <a:fld id="{E1134B45-AF8D-4DE1-B6B3-818C9AE12BDB}" type="slidenum">
              <a:rPr lang="en-US" smtClean="0"/>
              <a:pPr/>
              <a:t>4</a:t>
            </a:fld>
            <a:endParaRPr lang="en-US" dirty="0"/>
          </a:p>
        </p:txBody>
      </p:sp>
    </p:spTree>
    <p:extLst>
      <p:ext uri="{BB962C8B-B14F-4D97-AF65-F5344CB8AC3E}">
        <p14:creationId xmlns:p14="http://schemas.microsoft.com/office/powerpoint/2010/main" val="475893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EBBFAE-7D84-7EF0-A0DE-DCAF95C2D5F5}"/>
              </a:ext>
            </a:extLst>
          </p:cNvPr>
          <p:cNvSpPr>
            <a:spLocks noGrp="1"/>
          </p:cNvSpPr>
          <p:nvPr>
            <p:ph type="title"/>
          </p:nvPr>
        </p:nvSpPr>
        <p:spPr>
          <a:xfrm>
            <a:off x="462224" y="365126"/>
            <a:ext cx="11267554" cy="477838"/>
          </a:xfrm>
        </p:spPr>
        <p:txBody>
          <a:bodyPr/>
          <a:lstStyle/>
          <a:p>
            <a:r>
              <a:rPr lang="en-US" dirty="0"/>
              <a:t>Devices</a:t>
            </a:r>
          </a:p>
        </p:txBody>
      </p:sp>
      <p:sp>
        <p:nvSpPr>
          <p:cNvPr id="8" name="Text Placeholder 7">
            <a:extLst>
              <a:ext uri="{FF2B5EF4-FFF2-40B4-BE49-F238E27FC236}">
                <a16:creationId xmlns:a16="http://schemas.microsoft.com/office/drawing/2014/main" id="{123BCE73-F853-8F1A-1BA4-574253F2B508}"/>
              </a:ext>
            </a:extLst>
          </p:cNvPr>
          <p:cNvSpPr>
            <a:spLocks noGrp="1"/>
          </p:cNvSpPr>
          <p:nvPr>
            <p:ph type="body" sz="quarter" idx="13"/>
          </p:nvPr>
        </p:nvSpPr>
        <p:spPr>
          <a:xfrm>
            <a:off x="462224" y="842963"/>
            <a:ext cx="11267554" cy="409575"/>
          </a:xfrm>
        </p:spPr>
        <p:txBody>
          <a:bodyPr/>
          <a:lstStyle/>
          <a:p>
            <a:r>
              <a:rPr lang="en-US" dirty="0"/>
              <a:t>These devices are PNGs with no backgrounds. Insert screenshot, then bring the device “forward” on top of screenshot!</a:t>
            </a:r>
          </a:p>
        </p:txBody>
      </p:sp>
      <p:pic>
        <p:nvPicPr>
          <p:cNvPr id="2" name="Picture 1" descr="Phone with empty screen">
            <a:extLst>
              <a:ext uri="{FF2B5EF4-FFF2-40B4-BE49-F238E27FC236}">
                <a16:creationId xmlns:a16="http://schemas.microsoft.com/office/drawing/2014/main" id="{BA568772-2013-3347-F2B8-E53FF3DB9ECC}"/>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178" y="2110154"/>
            <a:ext cx="1698338" cy="3536042"/>
          </a:xfrm>
          <a:prstGeom prst="rect">
            <a:avLst/>
          </a:prstGeom>
        </p:spPr>
      </p:pic>
      <p:pic>
        <p:nvPicPr>
          <p:cNvPr id="4" name="Picture 3" descr="Tablet with empty screen">
            <a:extLst>
              <a:ext uri="{FF2B5EF4-FFF2-40B4-BE49-F238E27FC236}">
                <a16:creationId xmlns:a16="http://schemas.microsoft.com/office/drawing/2014/main" id="{71A60EAC-2F4E-A3DD-961A-F33E294D9DC4}"/>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2256533" y="2499727"/>
            <a:ext cx="3514551" cy="2731333"/>
          </a:xfrm>
          <a:prstGeom prst="rect">
            <a:avLst/>
          </a:prstGeom>
        </p:spPr>
      </p:pic>
      <p:pic>
        <p:nvPicPr>
          <p:cNvPr id="5" name="Picture 4" descr="Laptop with empty screen">
            <a:extLst>
              <a:ext uri="{FF2B5EF4-FFF2-40B4-BE49-F238E27FC236}">
                <a16:creationId xmlns:a16="http://schemas.microsoft.com/office/drawing/2014/main" id="{4441DD91-D243-478D-7CFF-C8459F03F7FF}"/>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086628"/>
            <a:ext cx="5854679" cy="3536042"/>
          </a:xfrm>
          <a:prstGeom prst="rect">
            <a:avLst/>
          </a:prstGeom>
        </p:spPr>
      </p:pic>
      <p:sp>
        <p:nvSpPr>
          <p:cNvPr id="6" name="Slide Number Placeholder 5">
            <a:extLst>
              <a:ext uri="{FF2B5EF4-FFF2-40B4-BE49-F238E27FC236}">
                <a16:creationId xmlns:a16="http://schemas.microsoft.com/office/drawing/2014/main" id="{2480E138-6FAA-3D3E-C6BD-3061471F8EC1}"/>
              </a:ext>
            </a:extLst>
          </p:cNvPr>
          <p:cNvSpPr>
            <a:spLocks noGrp="1"/>
          </p:cNvSpPr>
          <p:nvPr>
            <p:ph type="sldNum" sz="quarter" idx="14"/>
          </p:nvPr>
        </p:nvSpPr>
        <p:spPr>
          <a:xfrm>
            <a:off x="230564" y="6305993"/>
            <a:ext cx="435410" cy="365125"/>
          </a:xfrm>
        </p:spPr>
        <p:txBody>
          <a:bodyPr/>
          <a:lstStyle/>
          <a:p>
            <a:fld id="{E1134B45-AF8D-4DE1-B6B3-818C9AE12BDB}" type="slidenum">
              <a:rPr lang="en-US" smtClean="0"/>
              <a:pPr/>
              <a:t>5</a:t>
            </a:fld>
            <a:endParaRPr lang="en-US" dirty="0"/>
          </a:p>
        </p:txBody>
      </p:sp>
    </p:spTree>
    <p:extLst>
      <p:ext uri="{BB962C8B-B14F-4D97-AF65-F5344CB8AC3E}">
        <p14:creationId xmlns:p14="http://schemas.microsoft.com/office/powerpoint/2010/main" val="2909352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BFEB87-47B2-95F4-14FB-557872568195}"/>
              </a:ext>
            </a:extLst>
          </p:cNvPr>
          <p:cNvSpPr>
            <a:spLocks noGrp="1"/>
          </p:cNvSpPr>
          <p:nvPr>
            <p:ph type="title"/>
          </p:nvPr>
        </p:nvSpPr>
        <p:spPr/>
        <p:txBody>
          <a:bodyPr/>
          <a:lstStyle/>
          <a:p>
            <a:r>
              <a:rPr lang="en-US" dirty="0"/>
              <a:t>Additional resources</a:t>
            </a:r>
          </a:p>
        </p:txBody>
      </p:sp>
      <p:sp>
        <p:nvSpPr>
          <p:cNvPr id="4" name="Content Placeholder 3">
            <a:extLst>
              <a:ext uri="{FF2B5EF4-FFF2-40B4-BE49-F238E27FC236}">
                <a16:creationId xmlns:a16="http://schemas.microsoft.com/office/drawing/2014/main" id="{2475030B-BD3E-BD9C-1D27-D3856E8195FC}"/>
              </a:ext>
            </a:extLst>
          </p:cNvPr>
          <p:cNvSpPr>
            <a:spLocks noGrp="1"/>
          </p:cNvSpPr>
          <p:nvPr>
            <p:ph idx="1"/>
          </p:nvPr>
        </p:nvSpPr>
        <p:spPr>
          <a:xfrm>
            <a:off x="462224" y="1253330"/>
            <a:ext cx="5361707" cy="4735487"/>
          </a:xfrm>
        </p:spPr>
        <p:txBody>
          <a:bodyPr/>
          <a:lstStyle/>
          <a:p>
            <a:pPr marL="0" indent="0">
              <a:buNone/>
            </a:pPr>
            <a:r>
              <a:rPr lang="en-US" sz="1800" b="1" dirty="0"/>
              <a:t>PowerPoint best practices</a:t>
            </a:r>
          </a:p>
          <a:p>
            <a:pPr marL="0" indent="0">
              <a:buNone/>
            </a:pPr>
            <a:r>
              <a:rPr lang="en-US" sz="1600" dirty="0"/>
              <a:t>A guide to creating beautiful presentations that includes your entire audience and avoid issues during/after your presentation. </a:t>
            </a:r>
            <a:r>
              <a:rPr lang="en-US" sz="1600" dirty="0">
                <a:hlinkClick r:id="rId2"/>
              </a:rPr>
              <a:t>Get the PowerPoint best practices guide</a:t>
            </a:r>
            <a:r>
              <a:rPr lang="en-US" sz="1600" dirty="0"/>
              <a:t>.</a:t>
            </a:r>
          </a:p>
          <a:p>
            <a:pPr marL="0" indent="0">
              <a:buNone/>
            </a:pPr>
            <a:endParaRPr lang="en-US" sz="1800" dirty="0"/>
          </a:p>
          <a:p>
            <a:pPr marL="0" indent="0">
              <a:buNone/>
            </a:pPr>
            <a:r>
              <a:rPr lang="en-US" sz="1800" b="1" dirty="0"/>
              <a:t>Accessibility</a:t>
            </a:r>
          </a:p>
          <a:p>
            <a:pPr marL="0" indent="0">
              <a:spcBef>
                <a:spcPts val="1200"/>
              </a:spcBef>
              <a:buNone/>
            </a:pPr>
            <a:r>
              <a:rPr lang="en-US" sz="1600" dirty="0"/>
              <a:t>Creating content with accessibility in mind, demonstrates our digital leadership and commitment to meeting the needs of all associates and customers. </a:t>
            </a:r>
            <a:r>
              <a:rPr lang="en-US" sz="1600">
                <a:hlinkClick r:id="rId3"/>
              </a:rPr>
              <a:t>Explore the accessible content standards website</a:t>
            </a:r>
            <a:r>
              <a:rPr lang="en-US" sz="1600"/>
              <a:t>.</a:t>
            </a:r>
          </a:p>
          <a:p>
            <a:pPr marL="0" indent="0">
              <a:buNone/>
            </a:pPr>
            <a:endParaRPr lang="en-US" sz="1600" dirty="0"/>
          </a:p>
          <a:p>
            <a:pPr marL="0" indent="0">
              <a:buNone/>
            </a:pPr>
            <a:r>
              <a:rPr lang="en-US" sz="1800" b="1" dirty="0"/>
              <a:t>Content</a:t>
            </a:r>
          </a:p>
          <a:p>
            <a:pPr marL="0" indent="0">
              <a:buNone/>
            </a:pPr>
            <a:r>
              <a:rPr lang="en-US" sz="1600" dirty="0">
                <a:solidFill>
                  <a:srgbClr val="242424"/>
                </a:solidFill>
              </a:rPr>
              <a:t>Use t</a:t>
            </a:r>
            <a:r>
              <a:rPr lang="en-US" sz="1600" b="0" i="0" dirty="0">
                <a:solidFill>
                  <a:srgbClr val="242424"/>
                </a:solidFill>
                <a:effectLst/>
              </a:rPr>
              <a:t>hese standards to ensure consistency across any experience. </a:t>
            </a:r>
            <a:r>
              <a:rPr lang="en-US" sz="1600" dirty="0">
                <a:hlinkClick r:id="rId4"/>
              </a:rPr>
              <a:t>Review the content style guide</a:t>
            </a:r>
            <a:r>
              <a:rPr lang="en-US" sz="1600" dirty="0"/>
              <a:t>.</a:t>
            </a:r>
          </a:p>
          <a:p>
            <a:endParaRPr lang="en-US" sz="1800" dirty="0"/>
          </a:p>
          <a:p>
            <a:endParaRPr lang="en-US" sz="1800" dirty="0"/>
          </a:p>
          <a:p>
            <a:endParaRPr lang="en-US" sz="1800" dirty="0"/>
          </a:p>
        </p:txBody>
      </p:sp>
      <p:sp>
        <p:nvSpPr>
          <p:cNvPr id="7" name="Content Placeholder 6">
            <a:extLst>
              <a:ext uri="{FF2B5EF4-FFF2-40B4-BE49-F238E27FC236}">
                <a16:creationId xmlns:a16="http://schemas.microsoft.com/office/drawing/2014/main" id="{BC3BE091-7EE4-348E-8924-EBFCE598E0D0}"/>
              </a:ext>
            </a:extLst>
          </p:cNvPr>
          <p:cNvSpPr>
            <a:spLocks noGrp="1"/>
          </p:cNvSpPr>
          <p:nvPr>
            <p:ph idx="10"/>
          </p:nvPr>
        </p:nvSpPr>
        <p:spPr>
          <a:xfrm>
            <a:off x="6368069" y="1253329"/>
            <a:ext cx="5361707" cy="4735487"/>
          </a:xfrm>
        </p:spPr>
        <p:txBody>
          <a:bodyPr/>
          <a:lstStyle/>
          <a:p>
            <a:pPr marL="0" indent="0">
              <a:buNone/>
            </a:pPr>
            <a:r>
              <a:rPr lang="en-US" sz="1800" b="1" dirty="0"/>
              <a:t>Best of slides</a:t>
            </a:r>
          </a:p>
          <a:p>
            <a:pPr marL="0" indent="0">
              <a:buNone/>
            </a:pPr>
            <a:r>
              <a:rPr lang="en-US" sz="1600" dirty="0"/>
              <a:t>A slide library of the top layouts, including agendas, charts, content, timelines, maps and more. </a:t>
            </a:r>
            <a:r>
              <a:rPr lang="en-US" sz="1600" dirty="0">
                <a:hlinkClick r:id="rId5"/>
              </a:rPr>
              <a:t>Download slide designs for inspiration</a:t>
            </a:r>
            <a:r>
              <a:rPr lang="en-US" sz="1600" dirty="0"/>
              <a:t>! </a:t>
            </a:r>
          </a:p>
          <a:p>
            <a:pPr marL="0" indent="0">
              <a:buNone/>
            </a:pPr>
            <a:endParaRPr lang="en-US" sz="1800" dirty="0"/>
          </a:p>
          <a:p>
            <a:pPr marL="0" indent="0">
              <a:buNone/>
            </a:pPr>
            <a:r>
              <a:rPr lang="en-US" sz="1800" b="1" dirty="0"/>
              <a:t>Photography</a:t>
            </a:r>
          </a:p>
          <a:p>
            <a:pPr marL="0" indent="0">
              <a:buNone/>
            </a:pPr>
            <a:r>
              <a:rPr lang="en-US" sz="1600" dirty="0"/>
              <a:t>Check out our photo library to find high-quality images that fit your needs. </a:t>
            </a:r>
            <a:r>
              <a:rPr lang="en-US" sz="1600" dirty="0">
                <a:hlinkClick r:id="rId6"/>
              </a:rPr>
              <a:t>Browse our digital media library</a:t>
            </a:r>
            <a:r>
              <a:rPr lang="en-US" sz="1600" dirty="0"/>
              <a:t> (DML).</a:t>
            </a:r>
          </a:p>
          <a:p>
            <a:pPr marL="0" indent="0">
              <a:buNone/>
            </a:pPr>
            <a:endParaRPr lang="en-US" sz="1800" dirty="0"/>
          </a:p>
          <a:p>
            <a:pPr marL="0" indent="0">
              <a:buNone/>
            </a:pPr>
            <a:r>
              <a:rPr lang="en-US" sz="1800" b="1" dirty="0"/>
              <a:t>Iconography</a:t>
            </a:r>
          </a:p>
          <a:p>
            <a:pPr marL="0" indent="0">
              <a:buNone/>
            </a:pPr>
            <a:r>
              <a:rPr lang="en-US" sz="1600" dirty="0"/>
              <a:t>Explore our iconography library to find visually consistent and easily recognizable icons for your project. </a:t>
            </a:r>
            <a:r>
              <a:rPr lang="en-US" sz="1600" dirty="0">
                <a:hlinkClick r:id="rId7"/>
              </a:rPr>
              <a:t>Download the iconography library</a:t>
            </a:r>
            <a:r>
              <a:rPr lang="en-US" sz="1600" dirty="0"/>
              <a:t>.</a:t>
            </a:r>
          </a:p>
        </p:txBody>
      </p:sp>
      <p:sp>
        <p:nvSpPr>
          <p:cNvPr id="2" name="Slide Number Placeholder 1">
            <a:extLst>
              <a:ext uri="{FF2B5EF4-FFF2-40B4-BE49-F238E27FC236}">
                <a16:creationId xmlns:a16="http://schemas.microsoft.com/office/drawing/2014/main" id="{5926F263-1A9B-7CB5-DDFE-565694E10E3C}"/>
              </a:ext>
            </a:extLst>
          </p:cNvPr>
          <p:cNvSpPr>
            <a:spLocks noGrp="1"/>
          </p:cNvSpPr>
          <p:nvPr>
            <p:ph type="sldNum" sz="quarter" idx="11"/>
          </p:nvPr>
        </p:nvSpPr>
        <p:spPr/>
        <p:txBody>
          <a:bodyPr/>
          <a:lstStyle/>
          <a:p>
            <a:fld id="{E1134B45-AF8D-4DE1-B6B3-818C9AE12BDB}" type="slidenum">
              <a:rPr lang="en-US" smtClean="0"/>
              <a:pPr/>
              <a:t>6</a:t>
            </a:fld>
            <a:endParaRPr lang="en-US" dirty="0"/>
          </a:p>
        </p:txBody>
      </p:sp>
    </p:spTree>
    <p:extLst>
      <p:ext uri="{BB962C8B-B14F-4D97-AF65-F5344CB8AC3E}">
        <p14:creationId xmlns:p14="http://schemas.microsoft.com/office/powerpoint/2010/main" val="154564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66E294-5C76-370F-5768-689B1F5D8451}"/>
              </a:ext>
            </a:extLst>
          </p:cNvPr>
          <p:cNvSpPr>
            <a:spLocks noGrp="1"/>
          </p:cNvSpPr>
          <p:nvPr>
            <p:ph type="title"/>
          </p:nvPr>
        </p:nvSpPr>
        <p:spPr>
          <a:xfrm>
            <a:off x="462224" y="365126"/>
            <a:ext cx="11267554" cy="477838"/>
          </a:xfrm>
        </p:spPr>
        <p:txBody>
          <a:bodyPr>
            <a:noAutofit/>
          </a:bodyPr>
          <a:lstStyle/>
          <a:p>
            <a:r>
              <a:rPr lang="en-US" dirty="0"/>
              <a:t>Adding alternative text</a:t>
            </a:r>
          </a:p>
        </p:txBody>
      </p:sp>
      <p:sp>
        <p:nvSpPr>
          <p:cNvPr id="4" name="Text Placeholder 3">
            <a:extLst>
              <a:ext uri="{FF2B5EF4-FFF2-40B4-BE49-F238E27FC236}">
                <a16:creationId xmlns:a16="http://schemas.microsoft.com/office/drawing/2014/main" id="{24FA76E6-0B20-DFA0-A361-269E4D4A752D}"/>
              </a:ext>
            </a:extLst>
          </p:cNvPr>
          <p:cNvSpPr>
            <a:spLocks noGrp="1"/>
          </p:cNvSpPr>
          <p:nvPr>
            <p:ph type="body" sz="quarter" idx="13"/>
          </p:nvPr>
        </p:nvSpPr>
        <p:spPr>
          <a:xfrm>
            <a:off x="462224" y="842963"/>
            <a:ext cx="11267554" cy="409575"/>
          </a:xfrm>
        </p:spPr>
        <p:txBody>
          <a:bodyPr>
            <a:normAutofit/>
          </a:bodyPr>
          <a:lstStyle/>
          <a:p>
            <a:r>
              <a:rPr lang="en-US"/>
              <a:t>Learn more on how to add alt text to shapes, graphics or charts, </a:t>
            </a:r>
            <a:r>
              <a:rPr lang="en-US">
                <a:hlinkClick r:id="rId2"/>
              </a:rPr>
              <a:t>from Microsoft</a:t>
            </a:r>
            <a:r>
              <a:rPr lang="en-US"/>
              <a:t>.</a:t>
            </a:r>
          </a:p>
        </p:txBody>
      </p:sp>
      <p:sp>
        <p:nvSpPr>
          <p:cNvPr id="5" name="Content Placeholder 4">
            <a:extLst>
              <a:ext uri="{FF2B5EF4-FFF2-40B4-BE49-F238E27FC236}">
                <a16:creationId xmlns:a16="http://schemas.microsoft.com/office/drawing/2014/main" id="{0D359C17-B8E2-9EF6-CBA6-D3ED70E662C0}"/>
              </a:ext>
            </a:extLst>
          </p:cNvPr>
          <p:cNvSpPr>
            <a:spLocks noGrp="1"/>
          </p:cNvSpPr>
          <p:nvPr>
            <p:ph sz="quarter" idx="4294967295"/>
          </p:nvPr>
        </p:nvSpPr>
        <p:spPr>
          <a:xfrm>
            <a:off x="448469" y="1366838"/>
            <a:ext cx="3544888" cy="4743450"/>
          </a:xfrm>
        </p:spPr>
        <p:txBody>
          <a:bodyPr>
            <a:noAutofit/>
          </a:bodyPr>
          <a:lstStyle/>
          <a:p>
            <a:pPr marL="0" indent="0">
              <a:buNone/>
            </a:pPr>
            <a:r>
              <a:rPr lang="en-US" sz="1600" b="1" dirty="0"/>
              <a:t>Alt text </a:t>
            </a:r>
            <a:r>
              <a:rPr lang="en-US" sz="1600" dirty="0"/>
              <a:t>helps people with visual disabilities understand pictures and other graphical content. When someone using a screen reader comes across a picture in a document, they will hear the alt text describing the picture; without alt text, they will only know they've reached a picture without knowing what the picture shows.</a:t>
            </a:r>
          </a:p>
          <a:p>
            <a:r>
              <a:rPr lang="en-US" sz="1600" dirty="0"/>
              <a:t>To add alt text right-click the object, picture or chart and select Edit alt text</a:t>
            </a:r>
          </a:p>
          <a:p>
            <a:pPr lvl="1"/>
            <a:r>
              <a:rPr lang="en-US" sz="1400" dirty="0"/>
              <a:t>In the Alt text pane, type 1-2 sentences in the text box to describe the object and its context to someone who cannot see it.</a:t>
            </a:r>
          </a:p>
        </p:txBody>
      </p:sp>
      <p:sp>
        <p:nvSpPr>
          <p:cNvPr id="29" name="Content Placeholder 28">
            <a:extLst>
              <a:ext uri="{FF2B5EF4-FFF2-40B4-BE49-F238E27FC236}">
                <a16:creationId xmlns:a16="http://schemas.microsoft.com/office/drawing/2014/main" id="{73CFB997-D329-D5BE-62C9-9155E66B83D4}"/>
              </a:ext>
            </a:extLst>
          </p:cNvPr>
          <p:cNvSpPr>
            <a:spLocks noGrp="1"/>
          </p:cNvSpPr>
          <p:nvPr>
            <p:ph sz="quarter" idx="4294967295"/>
          </p:nvPr>
        </p:nvSpPr>
        <p:spPr>
          <a:xfrm>
            <a:off x="4351239" y="1366838"/>
            <a:ext cx="3543300" cy="4743450"/>
          </a:xfrm>
        </p:spPr>
        <p:txBody>
          <a:bodyPr>
            <a:normAutofit/>
          </a:bodyPr>
          <a:lstStyle/>
          <a:p>
            <a:pPr marL="0" indent="0" algn="l">
              <a:buNone/>
            </a:pPr>
            <a:r>
              <a:rPr lang="en-US" sz="1600" b="1" dirty="0"/>
              <a:t>Marking visuals as decorative </a:t>
            </a:r>
            <a:br>
              <a:rPr lang="en-US" sz="1600" dirty="0"/>
            </a:br>
            <a:r>
              <a:rPr lang="en-US" sz="1600" dirty="0"/>
              <a:t>if your visuals are purely decorative and add visual interest but aren't informative, you can mark them as such without needing to write any alt text. People who use screen readers will hear that these objects are decorative, so they know they aren’t missing any important information.</a:t>
            </a:r>
          </a:p>
          <a:p>
            <a:r>
              <a:rPr lang="en-US" sz="1600" dirty="0"/>
              <a:t>To add alt text right-click the object, picture or chart and select Edit alt text</a:t>
            </a:r>
          </a:p>
          <a:p>
            <a:pPr lvl="1"/>
            <a:r>
              <a:rPr lang="en-US" sz="1400" dirty="0"/>
              <a:t>Select the Mark as decorative checkbox. The text entry field becomes grayed out.</a:t>
            </a:r>
          </a:p>
        </p:txBody>
      </p:sp>
      <p:grpSp>
        <p:nvGrpSpPr>
          <p:cNvPr id="25" name="Group 24" descr="Alt text window panels showing generated and manual alt text">
            <a:extLst>
              <a:ext uri="{FF2B5EF4-FFF2-40B4-BE49-F238E27FC236}">
                <a16:creationId xmlns:a16="http://schemas.microsoft.com/office/drawing/2014/main" id="{B519442C-27A7-9453-53E5-7EC429A00458}"/>
              </a:ext>
              <a:ext uri="{C183D7F6-B498-43B3-948B-1728B52AA6E4}">
                <adec:decorative xmlns:adec="http://schemas.microsoft.com/office/drawing/2017/decorative" val="0"/>
              </a:ext>
            </a:extLst>
          </p:cNvPr>
          <p:cNvGrpSpPr/>
          <p:nvPr/>
        </p:nvGrpSpPr>
        <p:grpSpPr>
          <a:xfrm>
            <a:off x="8252422" y="1449038"/>
            <a:ext cx="3482168" cy="3573149"/>
            <a:chOff x="7321176" y="1490559"/>
            <a:chExt cx="4566024" cy="4685324"/>
          </a:xfrm>
        </p:grpSpPr>
        <p:pic>
          <p:nvPicPr>
            <p:cNvPr id="24" name="Picture 23" descr="A screenshot of a phone&#10;&#10;Description automatically generated with medium confidence">
              <a:extLst>
                <a:ext uri="{FF2B5EF4-FFF2-40B4-BE49-F238E27FC236}">
                  <a16:creationId xmlns:a16="http://schemas.microsoft.com/office/drawing/2014/main" id="{049E6BD8-78BA-BBA7-4A7E-E1224F0D4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1176" y="2104749"/>
              <a:ext cx="3007583" cy="4071134"/>
            </a:xfrm>
            <a:prstGeom prst="rect">
              <a:avLst/>
            </a:prstGeom>
          </p:spPr>
        </p:pic>
        <p:pic>
          <p:nvPicPr>
            <p:cNvPr id="17" name="Picture 16" descr="A screenshot of a phone&#10;&#10;Description automatically generated with medium confidence">
              <a:extLst>
                <a:ext uri="{FF2B5EF4-FFF2-40B4-BE49-F238E27FC236}">
                  <a16:creationId xmlns:a16="http://schemas.microsoft.com/office/drawing/2014/main" id="{514A2E53-55A0-13E6-7442-6AA661DD9A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2318" y="1490559"/>
              <a:ext cx="2794882" cy="4123464"/>
            </a:xfrm>
            <a:prstGeom prst="rect">
              <a:avLst/>
            </a:prstGeom>
          </p:spPr>
        </p:pic>
      </p:grpSp>
      <p:sp>
        <p:nvSpPr>
          <p:cNvPr id="7" name="Slide Number Placeholder 6">
            <a:extLst>
              <a:ext uri="{FF2B5EF4-FFF2-40B4-BE49-F238E27FC236}">
                <a16:creationId xmlns:a16="http://schemas.microsoft.com/office/drawing/2014/main" id="{D6D2DA0E-B7FC-203A-BB93-A95FF1AC685B}"/>
              </a:ext>
            </a:extLst>
          </p:cNvPr>
          <p:cNvSpPr>
            <a:spLocks noGrp="1"/>
          </p:cNvSpPr>
          <p:nvPr>
            <p:ph type="sldNum" sz="quarter" idx="14"/>
          </p:nvPr>
        </p:nvSpPr>
        <p:spPr>
          <a:xfrm>
            <a:off x="230564" y="6305993"/>
            <a:ext cx="435410" cy="365125"/>
          </a:xfrm>
        </p:spPr>
        <p:txBody>
          <a:bodyPr/>
          <a:lstStyle/>
          <a:p>
            <a:fld id="{E1134B45-AF8D-4DE1-B6B3-818C9AE12BDB}" type="slidenum">
              <a:rPr lang="en-US" smtClean="0"/>
              <a:pPr/>
              <a:t>7</a:t>
            </a:fld>
            <a:endParaRPr lang="en-US" dirty="0"/>
          </a:p>
        </p:txBody>
      </p:sp>
    </p:spTree>
    <p:extLst>
      <p:ext uri="{BB962C8B-B14F-4D97-AF65-F5344CB8AC3E}">
        <p14:creationId xmlns:p14="http://schemas.microsoft.com/office/powerpoint/2010/main" val="2994037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66E294-5C76-370F-5768-689B1F5D8451}"/>
              </a:ext>
            </a:extLst>
          </p:cNvPr>
          <p:cNvSpPr>
            <a:spLocks noGrp="1"/>
          </p:cNvSpPr>
          <p:nvPr>
            <p:ph type="title"/>
          </p:nvPr>
        </p:nvSpPr>
        <p:spPr>
          <a:xfrm>
            <a:off x="462224" y="365126"/>
            <a:ext cx="11267554" cy="569822"/>
          </a:xfrm>
        </p:spPr>
        <p:txBody>
          <a:bodyPr>
            <a:normAutofit/>
          </a:bodyPr>
          <a:lstStyle/>
          <a:p>
            <a:r>
              <a:rPr lang="en-US" dirty="0"/>
              <a:t>Adjust reading order</a:t>
            </a:r>
          </a:p>
        </p:txBody>
      </p:sp>
      <p:sp>
        <p:nvSpPr>
          <p:cNvPr id="4" name="Text Placeholder 3">
            <a:extLst>
              <a:ext uri="{FF2B5EF4-FFF2-40B4-BE49-F238E27FC236}">
                <a16:creationId xmlns:a16="http://schemas.microsoft.com/office/drawing/2014/main" id="{24FA76E6-0B20-DFA0-A361-269E4D4A752D}"/>
              </a:ext>
            </a:extLst>
          </p:cNvPr>
          <p:cNvSpPr>
            <a:spLocks noGrp="1"/>
          </p:cNvSpPr>
          <p:nvPr>
            <p:ph type="body" sz="quarter" idx="13"/>
          </p:nvPr>
        </p:nvSpPr>
        <p:spPr>
          <a:xfrm>
            <a:off x="462224" y="842963"/>
            <a:ext cx="11267554" cy="409575"/>
          </a:xfrm>
        </p:spPr>
        <p:txBody>
          <a:bodyPr>
            <a:normAutofit/>
          </a:bodyPr>
          <a:lstStyle/>
          <a:p>
            <a:r>
              <a:rPr lang="en-US"/>
              <a:t>Learn more about how to make slides easier to read, </a:t>
            </a:r>
            <a:r>
              <a:rPr lang="en-US">
                <a:hlinkClick r:id="rId2"/>
              </a:rPr>
              <a:t>from Microsoft</a:t>
            </a:r>
            <a:r>
              <a:rPr lang="en-US"/>
              <a:t>.</a:t>
            </a:r>
          </a:p>
        </p:txBody>
      </p:sp>
      <p:sp>
        <p:nvSpPr>
          <p:cNvPr id="5" name="Content Placeholder 4">
            <a:extLst>
              <a:ext uri="{FF2B5EF4-FFF2-40B4-BE49-F238E27FC236}">
                <a16:creationId xmlns:a16="http://schemas.microsoft.com/office/drawing/2014/main" id="{0D359C17-B8E2-9EF6-CBA6-D3ED70E662C0}"/>
              </a:ext>
            </a:extLst>
          </p:cNvPr>
          <p:cNvSpPr>
            <a:spLocks noGrp="1"/>
          </p:cNvSpPr>
          <p:nvPr>
            <p:ph sz="quarter" idx="4294967295"/>
          </p:nvPr>
        </p:nvSpPr>
        <p:spPr>
          <a:xfrm>
            <a:off x="461962" y="1465263"/>
            <a:ext cx="6910388" cy="4743450"/>
          </a:xfrm>
        </p:spPr>
        <p:txBody>
          <a:bodyPr>
            <a:normAutofit/>
          </a:bodyPr>
          <a:lstStyle/>
          <a:p>
            <a:pPr marL="0" indent="0">
              <a:buNone/>
            </a:pPr>
            <a:r>
              <a:rPr lang="en-US" sz="1600" dirty="0"/>
              <a:t>Some people with visual impairments use a screen reader to read the information on the slide. When you create slides, putting the objects in a logical reading order is crucial for screen-reader users to understand the slide. </a:t>
            </a:r>
          </a:p>
          <a:p>
            <a:r>
              <a:rPr lang="en-US" sz="1600" dirty="0"/>
              <a:t>With your presentation open, select Review &gt; Check Accessibility.</a:t>
            </a:r>
          </a:p>
          <a:p>
            <a:r>
              <a:rPr lang="en-US" sz="1600" dirty="0"/>
              <a:t>Select the Check reading order category in the Warnings section to open the list. When the reading order of the objects on a slide doesn't match one of the common ways objects are spatially ordered, Accessibility Checker lists the slide here.</a:t>
            </a:r>
          </a:p>
          <a:p>
            <a:r>
              <a:rPr lang="en-US" sz="1600" dirty="0"/>
              <a:t>Point at a slide number in the list, then select the adjoining drop-down arrow. Select the Verify object order command.</a:t>
            </a:r>
          </a:p>
          <a:p>
            <a:pPr lvl="1"/>
            <a:r>
              <a:rPr lang="en-US" sz="1400" dirty="0"/>
              <a:t>To change the order that the objects are read in:</a:t>
            </a:r>
          </a:p>
          <a:p>
            <a:pPr lvl="2"/>
            <a:r>
              <a:rPr lang="en-US" sz="1400" dirty="0"/>
              <a:t>Drag the selection upward or downward or click the up arrow (Move Up) or down arrow (Move Down).</a:t>
            </a:r>
          </a:p>
        </p:txBody>
      </p:sp>
      <p:grpSp>
        <p:nvGrpSpPr>
          <p:cNvPr id="22" name="Group 21" descr="Accessibility checker and reading order panels">
            <a:extLst>
              <a:ext uri="{FF2B5EF4-FFF2-40B4-BE49-F238E27FC236}">
                <a16:creationId xmlns:a16="http://schemas.microsoft.com/office/drawing/2014/main" id="{E0BAC587-4145-5153-6787-C14334676431}"/>
              </a:ext>
              <a:ext uri="{C183D7F6-B498-43B3-948B-1728B52AA6E4}">
                <adec:decorative xmlns:adec="http://schemas.microsoft.com/office/drawing/2017/decorative" val="0"/>
              </a:ext>
            </a:extLst>
          </p:cNvPr>
          <p:cNvGrpSpPr/>
          <p:nvPr/>
        </p:nvGrpSpPr>
        <p:grpSpPr>
          <a:xfrm>
            <a:off x="8415228" y="1525629"/>
            <a:ext cx="3314810" cy="3806741"/>
            <a:chOff x="4714875" y="1138237"/>
            <a:chExt cx="3989471" cy="4581525"/>
          </a:xfrm>
        </p:grpSpPr>
        <p:pic>
          <p:nvPicPr>
            <p:cNvPr id="13" name="Picture 12" descr="A screenshot of a computer&#10;&#10;Description automatically generated with medium confidence">
              <a:extLst>
                <a:ext uri="{FF2B5EF4-FFF2-40B4-BE49-F238E27FC236}">
                  <a16:creationId xmlns:a16="http://schemas.microsoft.com/office/drawing/2014/main" id="{A58B05F9-A30A-62CE-57A3-A4E4BC4594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4875" y="1138237"/>
              <a:ext cx="2762250" cy="4581525"/>
            </a:xfrm>
            <a:prstGeom prst="rect">
              <a:avLst/>
            </a:prstGeom>
          </p:spPr>
        </p:pic>
        <p:pic>
          <p:nvPicPr>
            <p:cNvPr id="21" name="Picture 20" descr="A screenshot of a computer&#10;&#10;Description automatically generated with medium confidence">
              <a:extLst>
                <a:ext uri="{FF2B5EF4-FFF2-40B4-BE49-F238E27FC236}">
                  <a16:creationId xmlns:a16="http://schemas.microsoft.com/office/drawing/2014/main" id="{65F3C72B-67BE-AB85-0EB9-2E518417A8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2096" y="2719306"/>
              <a:ext cx="2762250" cy="2390775"/>
            </a:xfrm>
            <a:prstGeom prst="rect">
              <a:avLst/>
            </a:prstGeom>
          </p:spPr>
        </p:pic>
      </p:grpSp>
      <p:sp>
        <p:nvSpPr>
          <p:cNvPr id="7" name="Slide Number Placeholder 6">
            <a:extLst>
              <a:ext uri="{FF2B5EF4-FFF2-40B4-BE49-F238E27FC236}">
                <a16:creationId xmlns:a16="http://schemas.microsoft.com/office/drawing/2014/main" id="{CC636FF1-3DD9-ACF7-0797-32870E426E94}"/>
              </a:ext>
            </a:extLst>
          </p:cNvPr>
          <p:cNvSpPr>
            <a:spLocks noGrp="1"/>
          </p:cNvSpPr>
          <p:nvPr>
            <p:ph type="sldNum" sz="quarter" idx="14"/>
          </p:nvPr>
        </p:nvSpPr>
        <p:spPr>
          <a:xfrm>
            <a:off x="230564" y="6305993"/>
            <a:ext cx="435410" cy="365125"/>
          </a:xfrm>
        </p:spPr>
        <p:txBody>
          <a:bodyPr/>
          <a:lstStyle/>
          <a:p>
            <a:fld id="{E1134B45-AF8D-4DE1-B6B3-818C9AE12BDB}" type="slidenum">
              <a:rPr lang="en-US" smtClean="0"/>
              <a:pPr/>
              <a:t>8</a:t>
            </a:fld>
            <a:endParaRPr lang="en-US" dirty="0"/>
          </a:p>
        </p:txBody>
      </p:sp>
    </p:spTree>
    <p:extLst>
      <p:ext uri="{BB962C8B-B14F-4D97-AF65-F5344CB8AC3E}">
        <p14:creationId xmlns:p14="http://schemas.microsoft.com/office/powerpoint/2010/main" val="2938867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C718D7-0A57-CA46-87C4-4D90B7CF4275}"/>
              </a:ext>
            </a:extLst>
          </p:cNvPr>
          <p:cNvSpPr>
            <a:spLocks noGrp="1"/>
          </p:cNvSpPr>
          <p:nvPr>
            <p:ph type="ctrTitle"/>
          </p:nvPr>
        </p:nvSpPr>
        <p:spPr>
          <a:xfrm>
            <a:off x="914294" y="1053205"/>
            <a:ext cx="8649841" cy="2782958"/>
          </a:xfrm>
        </p:spPr>
        <p:txBody>
          <a:bodyPr/>
          <a:lstStyle/>
          <a:p>
            <a:r>
              <a:rPr lang="en-US" dirty="0"/>
              <a:t>Cover slide 1 </a:t>
            </a:r>
          </a:p>
        </p:txBody>
      </p:sp>
      <p:sp>
        <p:nvSpPr>
          <p:cNvPr id="3" name="Text Placeholder 2">
            <a:extLst>
              <a:ext uri="{FF2B5EF4-FFF2-40B4-BE49-F238E27FC236}">
                <a16:creationId xmlns:a16="http://schemas.microsoft.com/office/drawing/2014/main" id="{63E19329-0A99-DFFD-1480-96980454DC79}"/>
              </a:ext>
            </a:extLst>
          </p:cNvPr>
          <p:cNvSpPr>
            <a:spLocks noGrp="1"/>
          </p:cNvSpPr>
          <p:nvPr>
            <p:ph type="body" sz="quarter" idx="10"/>
          </p:nvPr>
        </p:nvSpPr>
        <p:spPr>
          <a:xfrm>
            <a:off x="914294" y="4090048"/>
            <a:ext cx="8649840" cy="560153"/>
          </a:xfrm>
        </p:spPr>
        <p:txBody>
          <a:bodyPr/>
          <a:lstStyle/>
          <a:p>
            <a:r>
              <a:rPr lang="en-US" dirty="0"/>
              <a:t>Subhead copy goes here</a:t>
            </a:r>
          </a:p>
        </p:txBody>
      </p:sp>
      <p:sp>
        <p:nvSpPr>
          <p:cNvPr id="4" name="Text Placeholder 3">
            <a:extLst>
              <a:ext uri="{FF2B5EF4-FFF2-40B4-BE49-F238E27FC236}">
                <a16:creationId xmlns:a16="http://schemas.microsoft.com/office/drawing/2014/main" id="{3159921C-DB26-99CA-0478-A707AD1EDC4D}"/>
              </a:ext>
            </a:extLst>
          </p:cNvPr>
          <p:cNvSpPr>
            <a:spLocks noGrp="1"/>
          </p:cNvSpPr>
          <p:nvPr>
            <p:ph type="body" sz="quarter" idx="11"/>
          </p:nvPr>
        </p:nvSpPr>
        <p:spPr>
          <a:xfrm>
            <a:off x="914294" y="5248091"/>
            <a:ext cx="5181706" cy="448806"/>
          </a:xfrm>
        </p:spPr>
        <p:txBody>
          <a:bodyPr/>
          <a:lstStyle/>
          <a:p>
            <a:r>
              <a:rPr lang="en-US" dirty="0"/>
              <a:t>Subhead copy or BU name goes here</a:t>
            </a:r>
          </a:p>
        </p:txBody>
      </p:sp>
    </p:spTree>
    <p:extLst>
      <p:ext uri="{BB962C8B-B14F-4D97-AF65-F5344CB8AC3E}">
        <p14:creationId xmlns:p14="http://schemas.microsoft.com/office/powerpoint/2010/main" val="3568810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6D44D-74CD-3728-47CE-40B5B24B0C6E}"/>
              </a:ext>
            </a:extLst>
          </p:cNvPr>
          <p:cNvSpPr>
            <a:spLocks noGrp="1"/>
          </p:cNvSpPr>
          <p:nvPr>
            <p:ph type="ctrTitle"/>
          </p:nvPr>
        </p:nvSpPr>
        <p:spPr>
          <a:xfrm>
            <a:off x="914294" y="1053205"/>
            <a:ext cx="8649841" cy="2782958"/>
          </a:xfrm>
        </p:spPr>
        <p:txBody>
          <a:bodyPr/>
          <a:lstStyle/>
          <a:p>
            <a:r>
              <a:rPr lang="en-US" dirty="0"/>
              <a:t>Cover slide 2 </a:t>
            </a:r>
          </a:p>
        </p:txBody>
      </p:sp>
      <p:sp>
        <p:nvSpPr>
          <p:cNvPr id="3" name="Text Placeholder 2">
            <a:extLst>
              <a:ext uri="{FF2B5EF4-FFF2-40B4-BE49-F238E27FC236}">
                <a16:creationId xmlns:a16="http://schemas.microsoft.com/office/drawing/2014/main" id="{AF430E28-3750-9547-2B11-C74E3E619E76}"/>
              </a:ext>
            </a:extLst>
          </p:cNvPr>
          <p:cNvSpPr>
            <a:spLocks noGrp="1"/>
          </p:cNvSpPr>
          <p:nvPr>
            <p:ph type="body" sz="quarter" idx="10"/>
          </p:nvPr>
        </p:nvSpPr>
        <p:spPr>
          <a:xfrm>
            <a:off x="914294" y="4090048"/>
            <a:ext cx="8649840" cy="560153"/>
          </a:xfrm>
        </p:spPr>
        <p:txBody>
          <a:bodyPr/>
          <a:lstStyle/>
          <a:p>
            <a:r>
              <a:rPr lang="en-US" dirty="0"/>
              <a:t>Subhead copy goes here</a:t>
            </a:r>
          </a:p>
        </p:txBody>
      </p:sp>
      <p:sp>
        <p:nvSpPr>
          <p:cNvPr id="7" name="Text Placeholder 6">
            <a:extLst>
              <a:ext uri="{FF2B5EF4-FFF2-40B4-BE49-F238E27FC236}">
                <a16:creationId xmlns:a16="http://schemas.microsoft.com/office/drawing/2014/main" id="{AD543F48-2B9A-6E22-7787-6C4A9711C70B}"/>
              </a:ext>
            </a:extLst>
          </p:cNvPr>
          <p:cNvSpPr>
            <a:spLocks noGrp="1"/>
          </p:cNvSpPr>
          <p:nvPr>
            <p:ph type="body" sz="quarter" idx="11"/>
          </p:nvPr>
        </p:nvSpPr>
        <p:spPr/>
        <p:txBody>
          <a:bodyPr/>
          <a:lstStyle/>
          <a:p>
            <a:r>
              <a:rPr lang="en-US" dirty="0"/>
              <a:t>Subhead copy or BU name goes here</a:t>
            </a:r>
          </a:p>
        </p:txBody>
      </p:sp>
    </p:spTree>
    <p:extLst>
      <p:ext uri="{BB962C8B-B14F-4D97-AF65-F5344CB8AC3E}">
        <p14:creationId xmlns:p14="http://schemas.microsoft.com/office/powerpoint/2010/main" val="4186017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4188-31D1-CA58-0FFD-5E4A8A7A1254}"/>
              </a:ext>
            </a:extLst>
          </p:cNvPr>
          <p:cNvSpPr>
            <a:spLocks noGrp="1"/>
          </p:cNvSpPr>
          <p:nvPr>
            <p:ph type="ctrTitle"/>
          </p:nvPr>
        </p:nvSpPr>
        <p:spPr>
          <a:xfrm>
            <a:off x="545431" y="3429000"/>
            <a:ext cx="10529559" cy="1024718"/>
          </a:xfrm>
        </p:spPr>
        <p:txBody>
          <a:bodyPr/>
          <a:lstStyle/>
          <a:p>
            <a:r>
              <a:rPr lang="en-US" dirty="0"/>
              <a:t>Cover slide 3</a:t>
            </a:r>
          </a:p>
        </p:txBody>
      </p:sp>
      <p:sp>
        <p:nvSpPr>
          <p:cNvPr id="3" name="Text Placeholder 2">
            <a:extLst>
              <a:ext uri="{FF2B5EF4-FFF2-40B4-BE49-F238E27FC236}">
                <a16:creationId xmlns:a16="http://schemas.microsoft.com/office/drawing/2014/main" id="{DB4AC747-A3EA-BA17-5AE9-2873F6D70E2B}"/>
              </a:ext>
            </a:extLst>
          </p:cNvPr>
          <p:cNvSpPr>
            <a:spLocks noGrp="1"/>
          </p:cNvSpPr>
          <p:nvPr>
            <p:ph type="body" sz="quarter" idx="10"/>
          </p:nvPr>
        </p:nvSpPr>
        <p:spPr>
          <a:xfrm>
            <a:off x="545431" y="4464542"/>
            <a:ext cx="10516139" cy="764089"/>
          </a:xfrm>
        </p:spPr>
        <p:txBody>
          <a:bodyPr/>
          <a:lstStyle/>
          <a:p>
            <a:r>
              <a:rPr lang="en-US" dirty="0"/>
              <a:t>Subhead copy goes here</a:t>
            </a:r>
          </a:p>
        </p:txBody>
      </p:sp>
      <p:sp>
        <p:nvSpPr>
          <p:cNvPr id="7" name="Text Placeholder 6">
            <a:extLst>
              <a:ext uri="{FF2B5EF4-FFF2-40B4-BE49-F238E27FC236}">
                <a16:creationId xmlns:a16="http://schemas.microsoft.com/office/drawing/2014/main" id="{22A8D833-BF60-8DDC-2ED3-C34D50D8E69C}"/>
              </a:ext>
            </a:extLst>
          </p:cNvPr>
          <p:cNvSpPr>
            <a:spLocks noGrp="1"/>
          </p:cNvSpPr>
          <p:nvPr>
            <p:ph type="body" sz="quarter" idx="11"/>
          </p:nvPr>
        </p:nvSpPr>
        <p:spPr/>
        <p:txBody>
          <a:bodyPr/>
          <a:lstStyle/>
          <a:p>
            <a:r>
              <a:rPr lang="en-US" dirty="0"/>
              <a:t>Subhead copy or BU name goes here</a:t>
            </a:r>
          </a:p>
        </p:txBody>
      </p:sp>
    </p:spTree>
    <p:extLst>
      <p:ext uri="{BB962C8B-B14F-4D97-AF65-F5344CB8AC3E}">
        <p14:creationId xmlns:p14="http://schemas.microsoft.com/office/powerpoint/2010/main" val="3428299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73B6-4C22-41AB-1FB3-8A9C3539A33C}"/>
              </a:ext>
            </a:extLst>
          </p:cNvPr>
          <p:cNvSpPr>
            <a:spLocks noGrp="1"/>
          </p:cNvSpPr>
          <p:nvPr>
            <p:ph type="ctrTitle"/>
          </p:nvPr>
        </p:nvSpPr>
        <p:spPr>
          <a:xfrm>
            <a:off x="545431" y="3429000"/>
            <a:ext cx="10529559" cy="1024718"/>
          </a:xfrm>
        </p:spPr>
        <p:txBody>
          <a:bodyPr/>
          <a:lstStyle/>
          <a:p>
            <a:r>
              <a:rPr lang="en-US" dirty="0"/>
              <a:t>Cover slide 4</a:t>
            </a:r>
          </a:p>
        </p:txBody>
      </p:sp>
      <p:sp>
        <p:nvSpPr>
          <p:cNvPr id="3" name="Text Placeholder 2">
            <a:extLst>
              <a:ext uri="{FF2B5EF4-FFF2-40B4-BE49-F238E27FC236}">
                <a16:creationId xmlns:a16="http://schemas.microsoft.com/office/drawing/2014/main" id="{FCBEC341-1509-7E2C-9E97-3C7FD63440F5}"/>
              </a:ext>
            </a:extLst>
          </p:cNvPr>
          <p:cNvSpPr>
            <a:spLocks noGrp="1"/>
          </p:cNvSpPr>
          <p:nvPr>
            <p:ph type="body" sz="quarter" idx="10"/>
          </p:nvPr>
        </p:nvSpPr>
        <p:spPr>
          <a:xfrm>
            <a:off x="545431" y="4464542"/>
            <a:ext cx="10516139" cy="764089"/>
          </a:xfrm>
        </p:spPr>
        <p:txBody>
          <a:bodyPr/>
          <a:lstStyle/>
          <a:p>
            <a:r>
              <a:rPr lang="en-US" dirty="0"/>
              <a:t>Subhead copy goes here</a:t>
            </a:r>
          </a:p>
        </p:txBody>
      </p:sp>
      <p:sp>
        <p:nvSpPr>
          <p:cNvPr id="4" name="Text Placeholder 3">
            <a:extLst>
              <a:ext uri="{FF2B5EF4-FFF2-40B4-BE49-F238E27FC236}">
                <a16:creationId xmlns:a16="http://schemas.microsoft.com/office/drawing/2014/main" id="{C05CE00C-3C81-D371-21CD-964D65CB0355}"/>
              </a:ext>
            </a:extLst>
          </p:cNvPr>
          <p:cNvSpPr>
            <a:spLocks noGrp="1"/>
          </p:cNvSpPr>
          <p:nvPr>
            <p:ph type="body" sz="quarter" idx="11"/>
          </p:nvPr>
        </p:nvSpPr>
        <p:spPr>
          <a:xfrm>
            <a:off x="545431" y="5451276"/>
            <a:ext cx="5181706" cy="448806"/>
          </a:xfrm>
        </p:spPr>
        <p:txBody>
          <a:bodyPr/>
          <a:lstStyle/>
          <a:p>
            <a:r>
              <a:rPr lang="en-US" dirty="0"/>
              <a:t>Subhead copy or BU name goes here</a:t>
            </a:r>
          </a:p>
        </p:txBody>
      </p:sp>
    </p:spTree>
    <p:extLst>
      <p:ext uri="{BB962C8B-B14F-4D97-AF65-F5344CB8AC3E}">
        <p14:creationId xmlns:p14="http://schemas.microsoft.com/office/powerpoint/2010/main" val="1447617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63FA-A6FA-0C76-B940-0BC79BECE0AD}"/>
              </a:ext>
            </a:extLst>
          </p:cNvPr>
          <p:cNvSpPr>
            <a:spLocks noGrp="1"/>
          </p:cNvSpPr>
          <p:nvPr>
            <p:ph type="ctrTitle"/>
          </p:nvPr>
        </p:nvSpPr>
        <p:spPr>
          <a:xfrm>
            <a:off x="545431" y="1122146"/>
            <a:ext cx="10529559" cy="1024718"/>
          </a:xfrm>
        </p:spPr>
        <p:txBody>
          <a:bodyPr/>
          <a:lstStyle/>
          <a:p>
            <a:r>
              <a:rPr lang="en-US" dirty="0"/>
              <a:t>Cover slide 5</a:t>
            </a:r>
          </a:p>
        </p:txBody>
      </p:sp>
      <p:sp>
        <p:nvSpPr>
          <p:cNvPr id="3" name="Text Placeholder 2">
            <a:extLst>
              <a:ext uri="{FF2B5EF4-FFF2-40B4-BE49-F238E27FC236}">
                <a16:creationId xmlns:a16="http://schemas.microsoft.com/office/drawing/2014/main" id="{60E6738A-75AC-11B8-A8EF-000AEF216B33}"/>
              </a:ext>
            </a:extLst>
          </p:cNvPr>
          <p:cNvSpPr>
            <a:spLocks noGrp="1"/>
          </p:cNvSpPr>
          <p:nvPr>
            <p:ph type="body" sz="quarter" idx="10"/>
          </p:nvPr>
        </p:nvSpPr>
        <p:spPr>
          <a:xfrm>
            <a:off x="545431" y="4064969"/>
            <a:ext cx="10516139" cy="764089"/>
          </a:xfrm>
        </p:spPr>
        <p:txBody>
          <a:bodyPr/>
          <a:lstStyle/>
          <a:p>
            <a:r>
              <a:rPr lang="en-US" dirty="0"/>
              <a:t>Subhead copy goes here</a:t>
            </a:r>
          </a:p>
        </p:txBody>
      </p:sp>
      <p:sp>
        <p:nvSpPr>
          <p:cNvPr id="4" name="Text Placeholder 3">
            <a:extLst>
              <a:ext uri="{FF2B5EF4-FFF2-40B4-BE49-F238E27FC236}">
                <a16:creationId xmlns:a16="http://schemas.microsoft.com/office/drawing/2014/main" id="{88A8C750-607C-4ACB-488F-2137E41F40A3}"/>
              </a:ext>
            </a:extLst>
          </p:cNvPr>
          <p:cNvSpPr>
            <a:spLocks noGrp="1"/>
          </p:cNvSpPr>
          <p:nvPr>
            <p:ph type="body" sz="quarter" idx="11"/>
          </p:nvPr>
        </p:nvSpPr>
        <p:spPr>
          <a:xfrm>
            <a:off x="545431" y="5052255"/>
            <a:ext cx="5181706" cy="448806"/>
          </a:xfrm>
        </p:spPr>
        <p:txBody>
          <a:bodyPr/>
          <a:lstStyle/>
          <a:p>
            <a:r>
              <a:rPr lang="en-US" dirty="0"/>
              <a:t>Subhead copy or BU name goes here</a:t>
            </a:r>
          </a:p>
        </p:txBody>
      </p:sp>
    </p:spTree>
    <p:extLst>
      <p:ext uri="{BB962C8B-B14F-4D97-AF65-F5344CB8AC3E}">
        <p14:creationId xmlns:p14="http://schemas.microsoft.com/office/powerpoint/2010/main" val="1857299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B9862-EB8F-6AB1-92B2-03E2A4077B1D}"/>
              </a:ext>
            </a:extLst>
          </p:cNvPr>
          <p:cNvSpPr>
            <a:spLocks noGrp="1"/>
          </p:cNvSpPr>
          <p:nvPr>
            <p:ph type="ctrTitle"/>
          </p:nvPr>
        </p:nvSpPr>
        <p:spPr>
          <a:xfrm>
            <a:off x="545431" y="1122146"/>
            <a:ext cx="10529559" cy="1024718"/>
          </a:xfrm>
        </p:spPr>
        <p:txBody>
          <a:bodyPr/>
          <a:lstStyle/>
          <a:p>
            <a:r>
              <a:rPr lang="en-US" dirty="0"/>
              <a:t>Cover slide 6</a:t>
            </a:r>
          </a:p>
        </p:txBody>
      </p:sp>
      <p:sp>
        <p:nvSpPr>
          <p:cNvPr id="3" name="Text Placeholder 2">
            <a:extLst>
              <a:ext uri="{FF2B5EF4-FFF2-40B4-BE49-F238E27FC236}">
                <a16:creationId xmlns:a16="http://schemas.microsoft.com/office/drawing/2014/main" id="{922270FA-A73A-D159-7B4F-7826EC500BBC}"/>
              </a:ext>
            </a:extLst>
          </p:cNvPr>
          <p:cNvSpPr>
            <a:spLocks noGrp="1"/>
          </p:cNvSpPr>
          <p:nvPr>
            <p:ph type="body" sz="quarter" idx="10"/>
          </p:nvPr>
        </p:nvSpPr>
        <p:spPr>
          <a:xfrm>
            <a:off x="545431" y="4064969"/>
            <a:ext cx="10516139" cy="764089"/>
          </a:xfrm>
        </p:spPr>
        <p:txBody>
          <a:bodyPr/>
          <a:lstStyle/>
          <a:p>
            <a:r>
              <a:rPr lang="en-US" dirty="0"/>
              <a:t>Subhead copy goes here</a:t>
            </a:r>
          </a:p>
        </p:txBody>
      </p:sp>
      <p:sp>
        <p:nvSpPr>
          <p:cNvPr id="4" name="Text Placeholder 3">
            <a:extLst>
              <a:ext uri="{FF2B5EF4-FFF2-40B4-BE49-F238E27FC236}">
                <a16:creationId xmlns:a16="http://schemas.microsoft.com/office/drawing/2014/main" id="{0617522B-B287-5D37-9A0D-A864C6BD85C7}"/>
              </a:ext>
            </a:extLst>
          </p:cNvPr>
          <p:cNvSpPr>
            <a:spLocks noGrp="1"/>
          </p:cNvSpPr>
          <p:nvPr>
            <p:ph type="body" sz="quarter" idx="11"/>
          </p:nvPr>
        </p:nvSpPr>
        <p:spPr>
          <a:xfrm>
            <a:off x="545431" y="5052255"/>
            <a:ext cx="5181706" cy="448806"/>
          </a:xfrm>
        </p:spPr>
        <p:txBody>
          <a:bodyPr/>
          <a:lstStyle/>
          <a:p>
            <a:r>
              <a:rPr lang="en-US" dirty="0"/>
              <a:t>Subhead copy or BU name goes here</a:t>
            </a:r>
          </a:p>
        </p:txBody>
      </p:sp>
    </p:spTree>
    <p:extLst>
      <p:ext uri="{BB962C8B-B14F-4D97-AF65-F5344CB8AC3E}">
        <p14:creationId xmlns:p14="http://schemas.microsoft.com/office/powerpoint/2010/main" val="2359172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5698D78F-D1FC-F4D7-310B-182A254FB8F0}"/>
              </a:ext>
            </a:extLst>
          </p:cNvPr>
          <p:cNvSpPr>
            <a:spLocks noGrp="1"/>
          </p:cNvSpPr>
          <p:nvPr>
            <p:ph type="body" sz="quarter" idx="20"/>
          </p:nvPr>
        </p:nvSpPr>
        <p:spPr>
          <a:xfrm>
            <a:off x="546100" y="1768475"/>
            <a:ext cx="5632450" cy="408925"/>
          </a:xfrm>
        </p:spPr>
        <p:txBody>
          <a:bodyPr/>
          <a:lstStyle/>
          <a:p>
            <a:r>
              <a:rPr lang="en-US" dirty="0"/>
              <a:t>Content goes here</a:t>
            </a:r>
          </a:p>
        </p:txBody>
      </p:sp>
      <p:sp>
        <p:nvSpPr>
          <p:cNvPr id="3" name="Title 2">
            <a:extLst>
              <a:ext uri="{FF2B5EF4-FFF2-40B4-BE49-F238E27FC236}">
                <a16:creationId xmlns:a16="http://schemas.microsoft.com/office/drawing/2014/main" id="{4E6827D2-B271-70C8-FCD9-53D38F3BA2A8}"/>
              </a:ext>
            </a:extLst>
          </p:cNvPr>
          <p:cNvSpPr>
            <a:spLocks noGrp="1"/>
          </p:cNvSpPr>
          <p:nvPr>
            <p:ph type="ctrTitle"/>
          </p:nvPr>
        </p:nvSpPr>
        <p:spPr>
          <a:xfrm>
            <a:off x="545432" y="2597678"/>
            <a:ext cx="5632474" cy="2231176"/>
          </a:xfrm>
        </p:spPr>
        <p:txBody>
          <a:bodyPr/>
          <a:lstStyle/>
          <a:p>
            <a:r>
              <a:rPr lang="en-US" dirty="0"/>
              <a:t>Cover slide with photo 1 </a:t>
            </a:r>
          </a:p>
        </p:txBody>
      </p:sp>
      <p:sp>
        <p:nvSpPr>
          <p:cNvPr id="2" name="Text Placeholder 1">
            <a:extLst>
              <a:ext uri="{FF2B5EF4-FFF2-40B4-BE49-F238E27FC236}">
                <a16:creationId xmlns:a16="http://schemas.microsoft.com/office/drawing/2014/main" id="{40254DC4-397B-E0BD-0E13-D1402F1C9AA7}"/>
              </a:ext>
            </a:extLst>
          </p:cNvPr>
          <p:cNvSpPr>
            <a:spLocks noGrp="1"/>
          </p:cNvSpPr>
          <p:nvPr>
            <p:ph type="subTitle" idx="1"/>
          </p:nvPr>
        </p:nvSpPr>
        <p:spPr>
          <a:xfrm>
            <a:off x="553904" y="5085708"/>
            <a:ext cx="5624002" cy="976456"/>
          </a:xfrm>
        </p:spPr>
        <p:txBody>
          <a:bodyPr/>
          <a:lstStyle/>
          <a:p>
            <a:r>
              <a:rPr lang="en-US" dirty="0"/>
              <a:t>Subhead copy or BU name goes here</a:t>
            </a:r>
          </a:p>
        </p:txBody>
      </p:sp>
      <p:sp>
        <p:nvSpPr>
          <p:cNvPr id="42" name="Picture Placeholder 41">
            <a:extLst>
              <a:ext uri="{FF2B5EF4-FFF2-40B4-BE49-F238E27FC236}">
                <a16:creationId xmlns:a16="http://schemas.microsoft.com/office/drawing/2014/main" id="{21DDF797-7F12-C028-D4B0-D0D451339828}"/>
              </a:ext>
              <a:ext uri="{C183D7F6-B498-43B3-948B-1728B52AA6E4}">
                <adec:decorative xmlns:adec="http://schemas.microsoft.com/office/drawing/2017/decorative" val="1"/>
              </a:ext>
            </a:extLst>
          </p:cNvPr>
          <p:cNvSpPr>
            <a:spLocks noGrp="1"/>
          </p:cNvSpPr>
          <p:nvPr>
            <p:ph type="pic" sz="quarter" idx="12"/>
          </p:nvPr>
        </p:nvSpPr>
        <p:spPr/>
        <p:txBody>
          <a:bodyPr/>
          <a:lstStyle/>
          <a:p>
            <a:endParaRPr lang="en-US"/>
          </a:p>
        </p:txBody>
      </p:sp>
    </p:spTree>
    <p:extLst>
      <p:ext uri="{BB962C8B-B14F-4D97-AF65-F5344CB8AC3E}">
        <p14:creationId xmlns:p14="http://schemas.microsoft.com/office/powerpoint/2010/main" val="2688185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45564-8C58-2366-D8D8-626C3749F8F2}"/>
              </a:ext>
            </a:extLst>
          </p:cNvPr>
          <p:cNvSpPr>
            <a:spLocks noGrp="1"/>
          </p:cNvSpPr>
          <p:nvPr>
            <p:ph type="ctrTitle"/>
          </p:nvPr>
        </p:nvSpPr>
        <p:spPr>
          <a:xfrm>
            <a:off x="544952" y="2120306"/>
            <a:ext cx="5171895" cy="1504056"/>
          </a:xfrm>
        </p:spPr>
        <p:txBody>
          <a:bodyPr/>
          <a:lstStyle/>
          <a:p>
            <a:r>
              <a:rPr lang="en-US" dirty="0"/>
              <a:t>Cover slide with photo 2</a:t>
            </a:r>
          </a:p>
        </p:txBody>
      </p:sp>
      <p:sp>
        <p:nvSpPr>
          <p:cNvPr id="12" name="Subtitle 11">
            <a:extLst>
              <a:ext uri="{FF2B5EF4-FFF2-40B4-BE49-F238E27FC236}">
                <a16:creationId xmlns:a16="http://schemas.microsoft.com/office/drawing/2014/main" id="{FEEA602C-D524-9C5E-FF37-E546BAD2B083}"/>
              </a:ext>
            </a:extLst>
          </p:cNvPr>
          <p:cNvSpPr>
            <a:spLocks noGrp="1"/>
          </p:cNvSpPr>
          <p:nvPr>
            <p:ph type="subTitle" idx="1"/>
          </p:nvPr>
        </p:nvSpPr>
        <p:spPr>
          <a:xfrm>
            <a:off x="544952" y="4007984"/>
            <a:ext cx="5155648" cy="575883"/>
          </a:xfrm>
        </p:spPr>
        <p:txBody>
          <a:bodyPr/>
          <a:lstStyle/>
          <a:p>
            <a:r>
              <a:rPr lang="en-US" dirty="0"/>
              <a:t>Subhead copy or BU name goes here</a:t>
            </a:r>
          </a:p>
        </p:txBody>
      </p:sp>
      <p:sp>
        <p:nvSpPr>
          <p:cNvPr id="19" name="Picture Placeholder 18">
            <a:extLst>
              <a:ext uri="{FF2B5EF4-FFF2-40B4-BE49-F238E27FC236}">
                <a16:creationId xmlns:a16="http://schemas.microsoft.com/office/drawing/2014/main" id="{11CDD278-EA9A-6AE5-0B38-2B4672FD488D}"/>
              </a:ext>
              <a:ext uri="{C183D7F6-B498-43B3-948B-1728B52AA6E4}">
                <adec:decorative xmlns:adec="http://schemas.microsoft.com/office/drawing/2017/decorative" val="1"/>
              </a:ext>
            </a:extLst>
          </p:cNvPr>
          <p:cNvSpPr>
            <a:spLocks noGrp="1"/>
          </p:cNvSpPr>
          <p:nvPr>
            <p:ph type="pic" sz="quarter" idx="12"/>
          </p:nvPr>
        </p:nvSpPr>
        <p:spPr/>
        <p:txBody>
          <a:bodyPr/>
          <a:lstStyle/>
          <a:p>
            <a:endParaRPr lang="en-US"/>
          </a:p>
        </p:txBody>
      </p:sp>
    </p:spTree>
    <p:extLst>
      <p:ext uri="{BB962C8B-B14F-4D97-AF65-F5344CB8AC3E}">
        <p14:creationId xmlns:p14="http://schemas.microsoft.com/office/powerpoint/2010/main" val="3935538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18636BA-D80B-F6B9-7300-EF6250B77313}"/>
              </a:ext>
              <a:ext uri="{C183D7F6-B498-43B3-948B-1728B52AA6E4}">
                <adec:decorative xmlns:adec="http://schemas.microsoft.com/office/drawing/2017/decorative" val="1"/>
              </a:ext>
            </a:extLst>
          </p:cNvPr>
          <p:cNvSpPr>
            <a:spLocks noGrp="1"/>
          </p:cNvSpPr>
          <p:nvPr>
            <p:ph type="pic" sz="quarter" idx="12"/>
          </p:nvPr>
        </p:nvSpPr>
        <p:spPr/>
        <p:txBody>
          <a:bodyPr/>
          <a:lstStyle/>
          <a:p>
            <a:endParaRPr lang="en-US"/>
          </a:p>
        </p:txBody>
      </p:sp>
      <p:sp>
        <p:nvSpPr>
          <p:cNvPr id="3" name="Title 2">
            <a:extLst>
              <a:ext uri="{FF2B5EF4-FFF2-40B4-BE49-F238E27FC236}">
                <a16:creationId xmlns:a16="http://schemas.microsoft.com/office/drawing/2014/main" id="{4BF4B7A3-A965-28A4-FC14-07C5C358B738}"/>
              </a:ext>
            </a:extLst>
          </p:cNvPr>
          <p:cNvSpPr>
            <a:spLocks noGrp="1"/>
          </p:cNvSpPr>
          <p:nvPr>
            <p:ph type="ctrTitle"/>
          </p:nvPr>
        </p:nvSpPr>
        <p:spPr>
          <a:xfrm>
            <a:off x="545431" y="3429000"/>
            <a:ext cx="10529559" cy="1024718"/>
          </a:xfrm>
        </p:spPr>
        <p:txBody>
          <a:bodyPr/>
          <a:lstStyle/>
          <a:p>
            <a:r>
              <a:rPr lang="en-US" dirty="0"/>
              <a:t>Cover slide with photo 3</a:t>
            </a:r>
          </a:p>
        </p:txBody>
      </p:sp>
      <p:sp>
        <p:nvSpPr>
          <p:cNvPr id="4" name="Text Placeholder 3">
            <a:extLst>
              <a:ext uri="{FF2B5EF4-FFF2-40B4-BE49-F238E27FC236}">
                <a16:creationId xmlns:a16="http://schemas.microsoft.com/office/drawing/2014/main" id="{591C39C3-ED28-928F-CA9A-19C97D4C3BE2}"/>
              </a:ext>
            </a:extLst>
          </p:cNvPr>
          <p:cNvSpPr>
            <a:spLocks noGrp="1"/>
          </p:cNvSpPr>
          <p:nvPr>
            <p:ph type="body" sz="quarter" idx="10"/>
          </p:nvPr>
        </p:nvSpPr>
        <p:spPr>
          <a:xfrm>
            <a:off x="545431" y="4464542"/>
            <a:ext cx="10516139" cy="764089"/>
          </a:xfrm>
        </p:spPr>
        <p:txBody>
          <a:bodyPr/>
          <a:lstStyle/>
          <a:p>
            <a:r>
              <a:rPr lang="en-US" dirty="0"/>
              <a:t>Subhead copy goes here</a:t>
            </a:r>
          </a:p>
        </p:txBody>
      </p:sp>
      <p:sp>
        <p:nvSpPr>
          <p:cNvPr id="5" name="Text Placeholder 4">
            <a:extLst>
              <a:ext uri="{FF2B5EF4-FFF2-40B4-BE49-F238E27FC236}">
                <a16:creationId xmlns:a16="http://schemas.microsoft.com/office/drawing/2014/main" id="{54B0AD8B-D6A7-EA33-00FB-3703D22177E9}"/>
              </a:ext>
            </a:extLst>
          </p:cNvPr>
          <p:cNvSpPr>
            <a:spLocks noGrp="1"/>
          </p:cNvSpPr>
          <p:nvPr>
            <p:ph type="body" sz="quarter" idx="11"/>
          </p:nvPr>
        </p:nvSpPr>
        <p:spPr>
          <a:xfrm>
            <a:off x="545431" y="5451276"/>
            <a:ext cx="5181706" cy="448806"/>
          </a:xfrm>
        </p:spPr>
        <p:txBody>
          <a:bodyPr/>
          <a:lstStyle/>
          <a:p>
            <a:r>
              <a:rPr lang="en-US" dirty="0"/>
              <a:t>Subhead copy or BU name goes here</a:t>
            </a:r>
          </a:p>
        </p:txBody>
      </p:sp>
    </p:spTree>
    <p:extLst>
      <p:ext uri="{BB962C8B-B14F-4D97-AF65-F5344CB8AC3E}">
        <p14:creationId xmlns:p14="http://schemas.microsoft.com/office/powerpoint/2010/main" val="2472972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9A7B727C-7047-6F48-D5D2-076D1CCD302B}"/>
              </a:ext>
            </a:extLst>
          </p:cNvPr>
          <p:cNvSpPr>
            <a:spLocks noGrp="1"/>
          </p:cNvSpPr>
          <p:nvPr>
            <p:ph type="ctrTitle"/>
          </p:nvPr>
        </p:nvSpPr>
        <p:spPr>
          <a:xfrm>
            <a:off x="835760" y="2458890"/>
            <a:ext cx="7312058" cy="1299358"/>
          </a:xfrm>
        </p:spPr>
        <p:txBody>
          <a:bodyPr/>
          <a:lstStyle/>
          <a:p>
            <a:r>
              <a:rPr lang="en-US" dirty="0"/>
              <a:t>Divider slide 1</a:t>
            </a:r>
          </a:p>
        </p:txBody>
      </p:sp>
      <p:sp>
        <p:nvSpPr>
          <p:cNvPr id="6" name="Text Placeholder 5">
            <a:extLst>
              <a:ext uri="{FF2B5EF4-FFF2-40B4-BE49-F238E27FC236}">
                <a16:creationId xmlns:a16="http://schemas.microsoft.com/office/drawing/2014/main" id="{9EE9ECF8-4E9A-A999-8417-FC5FE613A66D}"/>
              </a:ext>
            </a:extLst>
          </p:cNvPr>
          <p:cNvSpPr>
            <a:spLocks noGrp="1"/>
          </p:cNvSpPr>
          <p:nvPr>
            <p:ph type="subTitle" idx="1"/>
          </p:nvPr>
        </p:nvSpPr>
        <p:spPr>
          <a:xfrm>
            <a:off x="835760" y="3831920"/>
            <a:ext cx="7312058" cy="785018"/>
          </a:xfrm>
        </p:spPr>
        <p:txBody>
          <a:bodyPr/>
          <a:lstStyle/>
          <a:p>
            <a:r>
              <a:rPr lang="en-US" dirty="0"/>
              <a:t>Subhead copy or BU name goes here</a:t>
            </a:r>
          </a:p>
        </p:txBody>
      </p:sp>
      <p:sp>
        <p:nvSpPr>
          <p:cNvPr id="7" name="Slide Number Placeholder 6">
            <a:extLst>
              <a:ext uri="{FF2B5EF4-FFF2-40B4-BE49-F238E27FC236}">
                <a16:creationId xmlns:a16="http://schemas.microsoft.com/office/drawing/2014/main" id="{7F35444C-573A-3F25-4E94-45CF55EBA896}"/>
              </a:ext>
            </a:extLst>
          </p:cNvPr>
          <p:cNvSpPr>
            <a:spLocks noGrp="1"/>
          </p:cNvSpPr>
          <p:nvPr>
            <p:ph type="sldNum" sz="quarter" idx="10"/>
          </p:nvPr>
        </p:nvSpPr>
        <p:spPr/>
        <p:txBody>
          <a:bodyPr/>
          <a:lstStyle/>
          <a:p>
            <a:fld id="{E1134B45-AF8D-4DE1-B6B3-818C9AE12BDB}" type="slidenum">
              <a:rPr lang="en-US" smtClean="0"/>
              <a:pPr/>
              <a:t>18</a:t>
            </a:fld>
            <a:endParaRPr lang="en-US" dirty="0"/>
          </a:p>
        </p:txBody>
      </p:sp>
    </p:spTree>
    <p:extLst>
      <p:ext uri="{BB962C8B-B14F-4D97-AF65-F5344CB8AC3E}">
        <p14:creationId xmlns:p14="http://schemas.microsoft.com/office/powerpoint/2010/main" val="573401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EFA8-B225-19F1-0E87-E975A31583DA}"/>
              </a:ext>
            </a:extLst>
          </p:cNvPr>
          <p:cNvSpPr>
            <a:spLocks noGrp="1"/>
          </p:cNvSpPr>
          <p:nvPr>
            <p:ph type="ctrTitle"/>
          </p:nvPr>
        </p:nvSpPr>
        <p:spPr>
          <a:xfrm>
            <a:off x="835760" y="1290918"/>
            <a:ext cx="6296560" cy="1736168"/>
          </a:xfrm>
        </p:spPr>
        <p:txBody>
          <a:bodyPr/>
          <a:lstStyle/>
          <a:p>
            <a:r>
              <a:rPr lang="en-US" dirty="0"/>
              <a:t>Divider slide 2</a:t>
            </a:r>
          </a:p>
        </p:txBody>
      </p:sp>
      <p:sp>
        <p:nvSpPr>
          <p:cNvPr id="3" name="Subtitle 2">
            <a:extLst>
              <a:ext uri="{FF2B5EF4-FFF2-40B4-BE49-F238E27FC236}">
                <a16:creationId xmlns:a16="http://schemas.microsoft.com/office/drawing/2014/main" id="{56408D0B-0FC2-1D43-EB5E-CCB04C21BB34}"/>
              </a:ext>
            </a:extLst>
          </p:cNvPr>
          <p:cNvSpPr>
            <a:spLocks noGrp="1"/>
          </p:cNvSpPr>
          <p:nvPr>
            <p:ph type="subTitle" idx="1"/>
          </p:nvPr>
        </p:nvSpPr>
        <p:spPr>
          <a:xfrm>
            <a:off x="835760" y="3189807"/>
            <a:ext cx="6296560" cy="785018"/>
          </a:xfrm>
        </p:spPr>
        <p:txBody>
          <a:bodyPr/>
          <a:lstStyle/>
          <a:p>
            <a:r>
              <a:rPr lang="en-US" dirty="0"/>
              <a:t>Subhead copy or BU name goes here</a:t>
            </a:r>
          </a:p>
        </p:txBody>
      </p:sp>
      <p:sp>
        <p:nvSpPr>
          <p:cNvPr id="4" name="Slide Number Placeholder 3">
            <a:extLst>
              <a:ext uri="{FF2B5EF4-FFF2-40B4-BE49-F238E27FC236}">
                <a16:creationId xmlns:a16="http://schemas.microsoft.com/office/drawing/2014/main" id="{2276974F-DA02-F8FF-F597-21699D885825}"/>
              </a:ext>
            </a:extLst>
          </p:cNvPr>
          <p:cNvSpPr>
            <a:spLocks noGrp="1"/>
          </p:cNvSpPr>
          <p:nvPr>
            <p:ph type="sldNum" sz="quarter" idx="10"/>
          </p:nvPr>
        </p:nvSpPr>
        <p:spPr>
          <a:xfrm>
            <a:off x="230564" y="6305993"/>
            <a:ext cx="435410" cy="365125"/>
          </a:xfrm>
        </p:spPr>
        <p:txBody>
          <a:bodyPr/>
          <a:lstStyle/>
          <a:p>
            <a:fld id="{E1134B45-AF8D-4DE1-B6B3-818C9AE12BDB}" type="slidenum">
              <a:rPr lang="en-US" smtClean="0"/>
              <a:pPr/>
              <a:t>19</a:t>
            </a:fld>
            <a:endParaRPr lang="en-US" dirty="0"/>
          </a:p>
        </p:txBody>
      </p:sp>
    </p:spTree>
    <p:extLst>
      <p:ext uri="{BB962C8B-B14F-4D97-AF65-F5344CB8AC3E}">
        <p14:creationId xmlns:p14="http://schemas.microsoft.com/office/powerpoint/2010/main" val="54322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2F9A0-1599-F5A6-79D6-D3346BBE90BD}"/>
              </a:ext>
            </a:extLst>
          </p:cNvPr>
          <p:cNvSpPr>
            <a:spLocks noGrp="1"/>
          </p:cNvSpPr>
          <p:nvPr>
            <p:ph type="ctrTitle"/>
          </p:nvPr>
        </p:nvSpPr>
        <p:spPr>
          <a:xfrm>
            <a:off x="835760" y="1290918"/>
            <a:ext cx="6296560" cy="1736168"/>
          </a:xfrm>
        </p:spPr>
        <p:txBody>
          <a:bodyPr/>
          <a:lstStyle/>
          <a:p>
            <a:r>
              <a:rPr lang="en-US" dirty="0"/>
              <a:t>Divider slide 3</a:t>
            </a:r>
          </a:p>
        </p:txBody>
      </p:sp>
      <p:sp>
        <p:nvSpPr>
          <p:cNvPr id="3" name="Subtitle 2">
            <a:extLst>
              <a:ext uri="{FF2B5EF4-FFF2-40B4-BE49-F238E27FC236}">
                <a16:creationId xmlns:a16="http://schemas.microsoft.com/office/drawing/2014/main" id="{76062C66-0AD0-9D2A-0C28-2A02575FA8B6}"/>
              </a:ext>
            </a:extLst>
          </p:cNvPr>
          <p:cNvSpPr>
            <a:spLocks noGrp="1"/>
          </p:cNvSpPr>
          <p:nvPr>
            <p:ph type="subTitle" idx="1"/>
          </p:nvPr>
        </p:nvSpPr>
        <p:spPr>
          <a:xfrm>
            <a:off x="835760" y="3189807"/>
            <a:ext cx="6296560" cy="785018"/>
          </a:xfrm>
        </p:spPr>
        <p:txBody>
          <a:bodyPr/>
          <a:lstStyle/>
          <a:p>
            <a:r>
              <a:rPr lang="en-US" dirty="0"/>
              <a:t>Subhead copy or BU name goes here</a:t>
            </a:r>
          </a:p>
        </p:txBody>
      </p:sp>
      <p:sp>
        <p:nvSpPr>
          <p:cNvPr id="4" name="Slide Number Placeholder 3">
            <a:extLst>
              <a:ext uri="{FF2B5EF4-FFF2-40B4-BE49-F238E27FC236}">
                <a16:creationId xmlns:a16="http://schemas.microsoft.com/office/drawing/2014/main" id="{63B09B5C-718A-E061-7D9F-CF33F88C0137}"/>
              </a:ext>
            </a:extLst>
          </p:cNvPr>
          <p:cNvSpPr>
            <a:spLocks noGrp="1"/>
          </p:cNvSpPr>
          <p:nvPr>
            <p:ph type="sldNum" sz="quarter" idx="10"/>
          </p:nvPr>
        </p:nvSpPr>
        <p:spPr>
          <a:xfrm>
            <a:off x="230564" y="6305993"/>
            <a:ext cx="435410" cy="365125"/>
          </a:xfrm>
        </p:spPr>
        <p:txBody>
          <a:bodyPr/>
          <a:lstStyle/>
          <a:p>
            <a:fld id="{E1134B45-AF8D-4DE1-B6B3-818C9AE12BDB}" type="slidenum">
              <a:rPr lang="en-US" smtClean="0"/>
              <a:pPr/>
              <a:t>20</a:t>
            </a:fld>
            <a:endParaRPr lang="en-US" dirty="0"/>
          </a:p>
        </p:txBody>
      </p:sp>
    </p:spTree>
    <p:extLst>
      <p:ext uri="{BB962C8B-B14F-4D97-AF65-F5344CB8AC3E}">
        <p14:creationId xmlns:p14="http://schemas.microsoft.com/office/powerpoint/2010/main" val="2364665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2C6D6ECC-FA33-47FD-88F2-AF962A623352}"/>
              </a:ext>
            </a:extLst>
          </p:cNvPr>
          <p:cNvSpPr>
            <a:spLocks noGrp="1"/>
          </p:cNvSpPr>
          <p:nvPr>
            <p:ph type="title"/>
          </p:nvPr>
        </p:nvSpPr>
        <p:spPr/>
        <p:txBody>
          <a:bodyPr/>
          <a:lstStyle/>
          <a:p>
            <a:r>
              <a:rPr lang="en-US" dirty="0"/>
              <a:t>Agenda sample 1</a:t>
            </a:r>
          </a:p>
        </p:txBody>
      </p:sp>
      <p:sp>
        <p:nvSpPr>
          <p:cNvPr id="4" name="Oval 3">
            <a:extLst>
              <a:ext uri="{FF2B5EF4-FFF2-40B4-BE49-F238E27FC236}">
                <a16:creationId xmlns:a16="http://schemas.microsoft.com/office/drawing/2014/main" id="{05DFBE9B-4124-8370-0989-6D3692E29677}"/>
              </a:ext>
            </a:extLst>
          </p:cNvPr>
          <p:cNvSpPr/>
          <p:nvPr/>
        </p:nvSpPr>
        <p:spPr>
          <a:xfrm>
            <a:off x="3728144" y="715252"/>
            <a:ext cx="713679" cy="713679"/>
          </a:xfrm>
          <a:prstGeom prst="ellipse">
            <a:avLst/>
          </a:prstGeom>
          <a:solidFill>
            <a:srgbClr val="378727"/>
          </a:solidFill>
          <a:ln w="38100">
            <a:solidFill>
              <a:srgbClr val="6BD539"/>
            </a:solid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lstStyle/>
          <a:p>
            <a:pPr algn="ctr"/>
            <a:r>
              <a:rPr lang="en-US" sz="3200"/>
              <a:t>1</a:t>
            </a:r>
          </a:p>
        </p:txBody>
      </p:sp>
      <p:sp>
        <p:nvSpPr>
          <p:cNvPr id="14" name="TextBox 13">
            <a:extLst>
              <a:ext uri="{FF2B5EF4-FFF2-40B4-BE49-F238E27FC236}">
                <a16:creationId xmlns:a16="http://schemas.microsoft.com/office/drawing/2014/main" id="{CC44E099-000D-9432-E3C7-DAC23477E962}"/>
              </a:ext>
            </a:extLst>
          </p:cNvPr>
          <p:cNvSpPr txBox="1"/>
          <p:nvPr/>
        </p:nvSpPr>
        <p:spPr>
          <a:xfrm>
            <a:off x="4602586" y="779704"/>
            <a:ext cx="6094140" cy="584775"/>
          </a:xfrm>
          <a:prstGeom prst="rect">
            <a:avLst/>
          </a:prstGeom>
          <a:noFill/>
        </p:spPr>
        <p:txBody>
          <a:bodyPr wrap="square">
            <a:spAutoFit/>
          </a:bodyPr>
          <a:lstStyle/>
          <a:p>
            <a:pPr algn="l"/>
            <a:r>
              <a:rPr lang="en-US" b="1">
                <a:solidFill>
                  <a:schemeClr val="tx1"/>
                </a:solidFill>
              </a:rPr>
              <a:t>Agenda item</a:t>
            </a:r>
          </a:p>
          <a:p>
            <a:pPr algn="l"/>
            <a:r>
              <a:rPr lang="en-US" sz="1400" b="0">
                <a:solidFill>
                  <a:schemeClr val="tx1"/>
                </a:solidFill>
              </a:rPr>
              <a:t>Speaker name</a:t>
            </a:r>
          </a:p>
        </p:txBody>
      </p:sp>
      <p:sp>
        <p:nvSpPr>
          <p:cNvPr id="15" name="Oval 14">
            <a:extLst>
              <a:ext uri="{FF2B5EF4-FFF2-40B4-BE49-F238E27FC236}">
                <a16:creationId xmlns:a16="http://schemas.microsoft.com/office/drawing/2014/main" id="{623BDD69-AECA-B222-944F-71A8FF803283}"/>
              </a:ext>
            </a:extLst>
          </p:cNvPr>
          <p:cNvSpPr/>
          <p:nvPr/>
        </p:nvSpPr>
        <p:spPr>
          <a:xfrm>
            <a:off x="3728144" y="1745661"/>
            <a:ext cx="713679" cy="713679"/>
          </a:xfrm>
          <a:prstGeom prst="ellipse">
            <a:avLst/>
          </a:prstGeom>
          <a:solidFill>
            <a:srgbClr val="378727"/>
          </a:solidFill>
          <a:ln w="38100">
            <a:solidFill>
              <a:srgbClr val="6BD539"/>
            </a:solid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lstStyle/>
          <a:p>
            <a:pPr algn="ctr"/>
            <a:r>
              <a:rPr lang="en-US" sz="3200"/>
              <a:t>2</a:t>
            </a:r>
          </a:p>
        </p:txBody>
      </p:sp>
      <p:sp>
        <p:nvSpPr>
          <p:cNvPr id="16" name="TextBox 15">
            <a:extLst>
              <a:ext uri="{FF2B5EF4-FFF2-40B4-BE49-F238E27FC236}">
                <a16:creationId xmlns:a16="http://schemas.microsoft.com/office/drawing/2014/main" id="{DDF2EDFB-4D8B-984B-1822-529521E4E4FA}"/>
              </a:ext>
            </a:extLst>
          </p:cNvPr>
          <p:cNvSpPr txBox="1"/>
          <p:nvPr/>
        </p:nvSpPr>
        <p:spPr>
          <a:xfrm>
            <a:off x="4602586" y="1810113"/>
            <a:ext cx="6094140" cy="584775"/>
          </a:xfrm>
          <a:prstGeom prst="rect">
            <a:avLst/>
          </a:prstGeom>
          <a:noFill/>
        </p:spPr>
        <p:txBody>
          <a:bodyPr wrap="square">
            <a:spAutoFit/>
          </a:bodyPr>
          <a:lstStyle/>
          <a:p>
            <a:pPr algn="l"/>
            <a:r>
              <a:rPr lang="en-US" b="1">
                <a:solidFill>
                  <a:schemeClr val="tx1"/>
                </a:solidFill>
              </a:rPr>
              <a:t>Agenda item</a:t>
            </a:r>
          </a:p>
          <a:p>
            <a:r>
              <a:rPr lang="en-US" sz="1400"/>
              <a:t>Speaker name</a:t>
            </a:r>
          </a:p>
        </p:txBody>
      </p:sp>
      <p:sp>
        <p:nvSpPr>
          <p:cNvPr id="17" name="Oval 16">
            <a:extLst>
              <a:ext uri="{FF2B5EF4-FFF2-40B4-BE49-F238E27FC236}">
                <a16:creationId xmlns:a16="http://schemas.microsoft.com/office/drawing/2014/main" id="{12F928F8-6732-FBA0-E8ED-163B3FD10C07}"/>
              </a:ext>
            </a:extLst>
          </p:cNvPr>
          <p:cNvSpPr/>
          <p:nvPr/>
        </p:nvSpPr>
        <p:spPr>
          <a:xfrm>
            <a:off x="3728144" y="2776070"/>
            <a:ext cx="713679" cy="713679"/>
          </a:xfrm>
          <a:prstGeom prst="ellipse">
            <a:avLst/>
          </a:prstGeom>
          <a:solidFill>
            <a:srgbClr val="378727"/>
          </a:solidFill>
          <a:ln w="38100">
            <a:solidFill>
              <a:srgbClr val="6BD539"/>
            </a:solid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lstStyle/>
          <a:p>
            <a:pPr algn="ctr"/>
            <a:r>
              <a:rPr lang="en-US" sz="3200"/>
              <a:t>3</a:t>
            </a:r>
          </a:p>
        </p:txBody>
      </p:sp>
      <p:sp>
        <p:nvSpPr>
          <p:cNvPr id="18" name="TextBox 17">
            <a:extLst>
              <a:ext uri="{FF2B5EF4-FFF2-40B4-BE49-F238E27FC236}">
                <a16:creationId xmlns:a16="http://schemas.microsoft.com/office/drawing/2014/main" id="{052BD1F8-CDF0-B1C4-BF7E-148E3A4891FC}"/>
              </a:ext>
            </a:extLst>
          </p:cNvPr>
          <p:cNvSpPr txBox="1"/>
          <p:nvPr/>
        </p:nvSpPr>
        <p:spPr>
          <a:xfrm>
            <a:off x="4602586" y="2840522"/>
            <a:ext cx="6094140" cy="584775"/>
          </a:xfrm>
          <a:prstGeom prst="rect">
            <a:avLst/>
          </a:prstGeom>
          <a:noFill/>
        </p:spPr>
        <p:txBody>
          <a:bodyPr wrap="square">
            <a:spAutoFit/>
          </a:bodyPr>
          <a:lstStyle/>
          <a:p>
            <a:pPr algn="l"/>
            <a:r>
              <a:rPr lang="en-US" b="1">
                <a:solidFill>
                  <a:schemeClr val="tx1"/>
                </a:solidFill>
              </a:rPr>
              <a:t>Agenda item</a:t>
            </a:r>
          </a:p>
          <a:p>
            <a:r>
              <a:rPr lang="en-US" sz="1400"/>
              <a:t>Speaker name</a:t>
            </a:r>
          </a:p>
        </p:txBody>
      </p:sp>
      <p:sp>
        <p:nvSpPr>
          <p:cNvPr id="19" name="Oval 18">
            <a:extLst>
              <a:ext uri="{FF2B5EF4-FFF2-40B4-BE49-F238E27FC236}">
                <a16:creationId xmlns:a16="http://schemas.microsoft.com/office/drawing/2014/main" id="{F3555CBF-69B9-F5A1-7DB6-46FCA638B22B}"/>
              </a:ext>
            </a:extLst>
          </p:cNvPr>
          <p:cNvSpPr/>
          <p:nvPr/>
        </p:nvSpPr>
        <p:spPr>
          <a:xfrm>
            <a:off x="3728144" y="3806479"/>
            <a:ext cx="713679" cy="713679"/>
          </a:xfrm>
          <a:prstGeom prst="ellipse">
            <a:avLst/>
          </a:prstGeom>
          <a:solidFill>
            <a:srgbClr val="378727"/>
          </a:solidFill>
          <a:ln w="38100">
            <a:solidFill>
              <a:srgbClr val="6BD539"/>
            </a:solid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lstStyle/>
          <a:p>
            <a:pPr algn="ctr"/>
            <a:r>
              <a:rPr lang="en-US" sz="3200"/>
              <a:t>4</a:t>
            </a:r>
          </a:p>
        </p:txBody>
      </p:sp>
      <p:sp>
        <p:nvSpPr>
          <p:cNvPr id="20" name="TextBox 19">
            <a:extLst>
              <a:ext uri="{FF2B5EF4-FFF2-40B4-BE49-F238E27FC236}">
                <a16:creationId xmlns:a16="http://schemas.microsoft.com/office/drawing/2014/main" id="{474BC1B0-D8C9-4A35-689B-68D07E38C781}"/>
              </a:ext>
            </a:extLst>
          </p:cNvPr>
          <p:cNvSpPr txBox="1"/>
          <p:nvPr/>
        </p:nvSpPr>
        <p:spPr>
          <a:xfrm>
            <a:off x="4602586" y="3870931"/>
            <a:ext cx="6094140" cy="584775"/>
          </a:xfrm>
          <a:prstGeom prst="rect">
            <a:avLst/>
          </a:prstGeom>
          <a:noFill/>
        </p:spPr>
        <p:txBody>
          <a:bodyPr wrap="square">
            <a:spAutoFit/>
          </a:bodyPr>
          <a:lstStyle/>
          <a:p>
            <a:pPr algn="l"/>
            <a:r>
              <a:rPr lang="en-US" b="1">
                <a:solidFill>
                  <a:schemeClr val="tx1"/>
                </a:solidFill>
              </a:rPr>
              <a:t>Agenda item</a:t>
            </a:r>
          </a:p>
          <a:p>
            <a:r>
              <a:rPr lang="en-US" sz="1400"/>
              <a:t>Speaker name</a:t>
            </a:r>
          </a:p>
        </p:txBody>
      </p:sp>
      <p:sp>
        <p:nvSpPr>
          <p:cNvPr id="21" name="Oval 20">
            <a:extLst>
              <a:ext uri="{FF2B5EF4-FFF2-40B4-BE49-F238E27FC236}">
                <a16:creationId xmlns:a16="http://schemas.microsoft.com/office/drawing/2014/main" id="{F7E5E077-3B3E-9E15-2FD6-703C9BAAA8F7}"/>
              </a:ext>
            </a:extLst>
          </p:cNvPr>
          <p:cNvSpPr/>
          <p:nvPr/>
        </p:nvSpPr>
        <p:spPr>
          <a:xfrm>
            <a:off x="3728144" y="4836888"/>
            <a:ext cx="713679" cy="713679"/>
          </a:xfrm>
          <a:prstGeom prst="ellipse">
            <a:avLst/>
          </a:prstGeom>
          <a:solidFill>
            <a:srgbClr val="378727"/>
          </a:solidFill>
          <a:ln w="38100">
            <a:solidFill>
              <a:srgbClr val="6BD539"/>
            </a:solid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lstStyle/>
          <a:p>
            <a:pPr algn="ctr"/>
            <a:r>
              <a:rPr lang="en-US" sz="3200"/>
              <a:t>5</a:t>
            </a:r>
          </a:p>
        </p:txBody>
      </p:sp>
      <p:sp>
        <p:nvSpPr>
          <p:cNvPr id="22" name="TextBox 21">
            <a:extLst>
              <a:ext uri="{FF2B5EF4-FFF2-40B4-BE49-F238E27FC236}">
                <a16:creationId xmlns:a16="http://schemas.microsoft.com/office/drawing/2014/main" id="{E39D7645-D3B1-1378-AA9B-1A5D0B5EDBA6}"/>
              </a:ext>
            </a:extLst>
          </p:cNvPr>
          <p:cNvSpPr txBox="1"/>
          <p:nvPr/>
        </p:nvSpPr>
        <p:spPr>
          <a:xfrm>
            <a:off x="4602586" y="4901340"/>
            <a:ext cx="6094140" cy="584775"/>
          </a:xfrm>
          <a:prstGeom prst="rect">
            <a:avLst/>
          </a:prstGeom>
          <a:noFill/>
        </p:spPr>
        <p:txBody>
          <a:bodyPr wrap="square">
            <a:spAutoFit/>
          </a:bodyPr>
          <a:lstStyle/>
          <a:p>
            <a:pPr algn="l"/>
            <a:r>
              <a:rPr lang="en-US" b="1">
                <a:solidFill>
                  <a:schemeClr val="tx1"/>
                </a:solidFill>
              </a:rPr>
              <a:t>Agenda item</a:t>
            </a:r>
          </a:p>
          <a:p>
            <a:r>
              <a:rPr lang="en-US" sz="1400"/>
              <a:t>Speaker name</a:t>
            </a:r>
          </a:p>
        </p:txBody>
      </p:sp>
      <p:sp>
        <p:nvSpPr>
          <p:cNvPr id="2" name="Slide Number Placeholder 1">
            <a:extLst>
              <a:ext uri="{FF2B5EF4-FFF2-40B4-BE49-F238E27FC236}">
                <a16:creationId xmlns:a16="http://schemas.microsoft.com/office/drawing/2014/main" id="{FE5DD671-D71B-CD14-7628-2B4DE60E6C76}"/>
              </a:ext>
            </a:extLst>
          </p:cNvPr>
          <p:cNvSpPr>
            <a:spLocks noGrp="1"/>
          </p:cNvSpPr>
          <p:nvPr>
            <p:ph type="sldNum" sz="quarter" idx="10"/>
          </p:nvPr>
        </p:nvSpPr>
        <p:spPr/>
        <p:txBody>
          <a:bodyPr/>
          <a:lstStyle/>
          <a:p>
            <a:fld id="{E1134B45-AF8D-4DE1-B6B3-818C9AE12BDB}" type="slidenum">
              <a:rPr lang="en-US" smtClean="0"/>
              <a:pPr/>
              <a:t>21</a:t>
            </a:fld>
            <a:endParaRPr lang="en-US" dirty="0"/>
          </a:p>
        </p:txBody>
      </p:sp>
    </p:spTree>
    <p:extLst>
      <p:ext uri="{BB962C8B-B14F-4D97-AF65-F5344CB8AC3E}">
        <p14:creationId xmlns:p14="http://schemas.microsoft.com/office/powerpoint/2010/main" val="995042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2C6D6ECC-FA33-47FD-88F2-AF962A623352}"/>
              </a:ext>
            </a:extLst>
          </p:cNvPr>
          <p:cNvSpPr>
            <a:spLocks noGrp="1"/>
          </p:cNvSpPr>
          <p:nvPr>
            <p:ph type="title"/>
          </p:nvPr>
        </p:nvSpPr>
        <p:spPr/>
        <p:txBody>
          <a:bodyPr/>
          <a:lstStyle/>
          <a:p>
            <a:r>
              <a:rPr lang="en-US" dirty="0"/>
              <a:t>Agenda sample 2</a:t>
            </a:r>
          </a:p>
        </p:txBody>
      </p:sp>
      <p:sp>
        <p:nvSpPr>
          <p:cNvPr id="33" name="Oval 32">
            <a:extLst>
              <a:ext uri="{FF2B5EF4-FFF2-40B4-BE49-F238E27FC236}">
                <a16:creationId xmlns:a16="http://schemas.microsoft.com/office/drawing/2014/main" id="{C78BF1C9-4D73-8815-DAA6-D24F6435E1BB}"/>
              </a:ext>
            </a:extLst>
          </p:cNvPr>
          <p:cNvSpPr/>
          <p:nvPr/>
        </p:nvSpPr>
        <p:spPr>
          <a:xfrm>
            <a:off x="3728144" y="1908027"/>
            <a:ext cx="713679" cy="713679"/>
          </a:xfrm>
          <a:prstGeom prst="ellipse">
            <a:avLst/>
          </a:prstGeom>
          <a:solidFill>
            <a:srgbClr val="378727"/>
          </a:solidFill>
          <a:ln w="38100">
            <a:solidFill>
              <a:srgbClr val="6BD539"/>
            </a:solid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lstStyle/>
          <a:p>
            <a:pPr algn="ctr"/>
            <a:r>
              <a:rPr lang="en-US" sz="3200"/>
              <a:t>1</a:t>
            </a:r>
          </a:p>
        </p:txBody>
      </p:sp>
      <p:sp>
        <p:nvSpPr>
          <p:cNvPr id="34" name="TextBox 33">
            <a:extLst>
              <a:ext uri="{FF2B5EF4-FFF2-40B4-BE49-F238E27FC236}">
                <a16:creationId xmlns:a16="http://schemas.microsoft.com/office/drawing/2014/main" id="{4C813845-88D1-B0F9-2B6F-8A8912B98094}"/>
              </a:ext>
            </a:extLst>
          </p:cNvPr>
          <p:cNvSpPr txBox="1"/>
          <p:nvPr/>
        </p:nvSpPr>
        <p:spPr>
          <a:xfrm>
            <a:off x="4602586" y="1972479"/>
            <a:ext cx="6094140" cy="584775"/>
          </a:xfrm>
          <a:prstGeom prst="rect">
            <a:avLst/>
          </a:prstGeom>
          <a:noFill/>
        </p:spPr>
        <p:txBody>
          <a:bodyPr wrap="square">
            <a:spAutoFit/>
          </a:bodyPr>
          <a:lstStyle/>
          <a:p>
            <a:pPr algn="l"/>
            <a:r>
              <a:rPr lang="en-US" b="1">
                <a:solidFill>
                  <a:schemeClr val="tx1"/>
                </a:solidFill>
              </a:rPr>
              <a:t>Agenda item</a:t>
            </a:r>
          </a:p>
          <a:p>
            <a:pPr algn="l"/>
            <a:r>
              <a:rPr lang="en-US" sz="1400" b="0">
                <a:solidFill>
                  <a:schemeClr val="tx1"/>
                </a:solidFill>
              </a:rPr>
              <a:t>Speaker name</a:t>
            </a:r>
          </a:p>
        </p:txBody>
      </p:sp>
      <p:sp>
        <p:nvSpPr>
          <p:cNvPr id="35" name="Oval 34">
            <a:extLst>
              <a:ext uri="{FF2B5EF4-FFF2-40B4-BE49-F238E27FC236}">
                <a16:creationId xmlns:a16="http://schemas.microsoft.com/office/drawing/2014/main" id="{C93BE350-7C76-CA54-61F9-9DFCD5059A17}"/>
              </a:ext>
            </a:extLst>
          </p:cNvPr>
          <p:cNvSpPr/>
          <p:nvPr/>
        </p:nvSpPr>
        <p:spPr>
          <a:xfrm>
            <a:off x="3728144" y="2938436"/>
            <a:ext cx="713679" cy="713679"/>
          </a:xfrm>
          <a:prstGeom prst="ellipse">
            <a:avLst/>
          </a:prstGeom>
          <a:solidFill>
            <a:srgbClr val="378727"/>
          </a:solidFill>
          <a:ln w="38100">
            <a:solidFill>
              <a:srgbClr val="6BD539"/>
            </a:solid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lstStyle/>
          <a:p>
            <a:pPr algn="ctr"/>
            <a:r>
              <a:rPr lang="en-US" sz="3200"/>
              <a:t>2</a:t>
            </a:r>
          </a:p>
        </p:txBody>
      </p:sp>
      <p:sp>
        <p:nvSpPr>
          <p:cNvPr id="36" name="TextBox 35">
            <a:extLst>
              <a:ext uri="{FF2B5EF4-FFF2-40B4-BE49-F238E27FC236}">
                <a16:creationId xmlns:a16="http://schemas.microsoft.com/office/drawing/2014/main" id="{48B24BF4-BFEE-E201-498D-0EED4E45B41B}"/>
              </a:ext>
            </a:extLst>
          </p:cNvPr>
          <p:cNvSpPr txBox="1"/>
          <p:nvPr/>
        </p:nvSpPr>
        <p:spPr>
          <a:xfrm>
            <a:off x="4602586" y="3002888"/>
            <a:ext cx="6094140" cy="584775"/>
          </a:xfrm>
          <a:prstGeom prst="rect">
            <a:avLst/>
          </a:prstGeom>
          <a:noFill/>
        </p:spPr>
        <p:txBody>
          <a:bodyPr wrap="square">
            <a:spAutoFit/>
          </a:bodyPr>
          <a:lstStyle/>
          <a:p>
            <a:pPr algn="l"/>
            <a:r>
              <a:rPr lang="en-US" b="1">
                <a:solidFill>
                  <a:schemeClr val="tx1"/>
                </a:solidFill>
              </a:rPr>
              <a:t>Agenda item</a:t>
            </a:r>
          </a:p>
          <a:p>
            <a:r>
              <a:rPr lang="en-US" sz="1400"/>
              <a:t>Speaker name</a:t>
            </a:r>
          </a:p>
        </p:txBody>
      </p:sp>
      <p:sp>
        <p:nvSpPr>
          <p:cNvPr id="37" name="Oval 36">
            <a:extLst>
              <a:ext uri="{FF2B5EF4-FFF2-40B4-BE49-F238E27FC236}">
                <a16:creationId xmlns:a16="http://schemas.microsoft.com/office/drawing/2014/main" id="{560D6B9E-4B4C-E4C8-124B-C3A2DCA53C93}"/>
              </a:ext>
            </a:extLst>
          </p:cNvPr>
          <p:cNvSpPr/>
          <p:nvPr/>
        </p:nvSpPr>
        <p:spPr>
          <a:xfrm>
            <a:off x="3728144" y="3968845"/>
            <a:ext cx="713679" cy="713679"/>
          </a:xfrm>
          <a:prstGeom prst="ellipse">
            <a:avLst/>
          </a:prstGeom>
          <a:solidFill>
            <a:srgbClr val="378727"/>
          </a:solidFill>
          <a:ln w="38100">
            <a:solidFill>
              <a:srgbClr val="6BD539"/>
            </a:solidFill>
          </a:ln>
        </p:spPr>
        <p:style>
          <a:lnRef idx="2">
            <a:schemeClr val="accent1">
              <a:shade val="50000"/>
            </a:schemeClr>
          </a:lnRef>
          <a:fillRef idx="1">
            <a:schemeClr val="accent1"/>
          </a:fillRef>
          <a:effectRef idx="0">
            <a:schemeClr val="accent1"/>
          </a:effectRef>
          <a:fontRef idx="minor">
            <a:schemeClr val="lt1"/>
          </a:fontRef>
        </p:style>
        <p:txBody>
          <a:bodyPr wrap="none" lIns="45720" rIns="45720" rtlCol="0" anchor="ctr"/>
          <a:lstStyle/>
          <a:p>
            <a:pPr algn="ctr"/>
            <a:r>
              <a:rPr lang="en-US" sz="3200"/>
              <a:t>3</a:t>
            </a:r>
          </a:p>
        </p:txBody>
      </p:sp>
      <p:sp>
        <p:nvSpPr>
          <p:cNvPr id="38" name="TextBox 37">
            <a:extLst>
              <a:ext uri="{FF2B5EF4-FFF2-40B4-BE49-F238E27FC236}">
                <a16:creationId xmlns:a16="http://schemas.microsoft.com/office/drawing/2014/main" id="{AA63166D-6E67-AD73-5D9E-FE7505F375B3}"/>
              </a:ext>
            </a:extLst>
          </p:cNvPr>
          <p:cNvSpPr txBox="1"/>
          <p:nvPr/>
        </p:nvSpPr>
        <p:spPr>
          <a:xfrm>
            <a:off x="4602586" y="4033297"/>
            <a:ext cx="6094140" cy="584775"/>
          </a:xfrm>
          <a:prstGeom prst="rect">
            <a:avLst/>
          </a:prstGeom>
          <a:noFill/>
        </p:spPr>
        <p:txBody>
          <a:bodyPr wrap="square">
            <a:spAutoFit/>
          </a:bodyPr>
          <a:lstStyle/>
          <a:p>
            <a:pPr algn="l"/>
            <a:r>
              <a:rPr lang="en-US" b="1">
                <a:solidFill>
                  <a:schemeClr val="tx1"/>
                </a:solidFill>
              </a:rPr>
              <a:t>Agenda item</a:t>
            </a:r>
          </a:p>
          <a:p>
            <a:r>
              <a:rPr lang="en-US" sz="1400"/>
              <a:t>Speaker name</a:t>
            </a:r>
          </a:p>
        </p:txBody>
      </p:sp>
      <p:sp>
        <p:nvSpPr>
          <p:cNvPr id="39" name="Slide Number Placeholder 38">
            <a:extLst>
              <a:ext uri="{FF2B5EF4-FFF2-40B4-BE49-F238E27FC236}">
                <a16:creationId xmlns:a16="http://schemas.microsoft.com/office/drawing/2014/main" id="{7C2E6125-D256-341A-58C9-26ED7A0D209A}"/>
              </a:ext>
            </a:extLst>
          </p:cNvPr>
          <p:cNvSpPr>
            <a:spLocks noGrp="1"/>
          </p:cNvSpPr>
          <p:nvPr>
            <p:ph type="sldNum" sz="quarter" idx="10"/>
          </p:nvPr>
        </p:nvSpPr>
        <p:spPr/>
        <p:txBody>
          <a:bodyPr/>
          <a:lstStyle/>
          <a:p>
            <a:fld id="{E1134B45-AF8D-4DE1-B6B3-818C9AE12BDB}" type="slidenum">
              <a:rPr lang="en-US" smtClean="0"/>
              <a:pPr/>
              <a:t>22</a:t>
            </a:fld>
            <a:endParaRPr lang="en-US" dirty="0"/>
          </a:p>
        </p:txBody>
      </p:sp>
    </p:spTree>
    <p:extLst>
      <p:ext uri="{BB962C8B-B14F-4D97-AF65-F5344CB8AC3E}">
        <p14:creationId xmlns:p14="http://schemas.microsoft.com/office/powerpoint/2010/main" val="2167450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7231E-498B-A459-3B8D-1C4F6C1D22E8}"/>
              </a:ext>
            </a:extLst>
          </p:cNvPr>
          <p:cNvSpPr>
            <a:spLocks noGrp="1"/>
          </p:cNvSpPr>
          <p:nvPr>
            <p:ph type="title"/>
          </p:nvPr>
        </p:nvSpPr>
        <p:spPr/>
        <p:txBody>
          <a:bodyPr/>
          <a:lstStyle/>
          <a:p>
            <a:r>
              <a:rPr lang="en-US" dirty="0"/>
              <a:t>“Quote 1.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5" name="Text Placeholder 4">
            <a:extLst>
              <a:ext uri="{FF2B5EF4-FFF2-40B4-BE49-F238E27FC236}">
                <a16:creationId xmlns:a16="http://schemas.microsoft.com/office/drawing/2014/main" id="{5C69EB9C-9976-4600-9346-1B30BBB48B67}"/>
              </a:ext>
            </a:extLst>
          </p:cNvPr>
          <p:cNvSpPr>
            <a:spLocks noGrp="1"/>
          </p:cNvSpPr>
          <p:nvPr>
            <p:ph type="body" sz="quarter" idx="13"/>
          </p:nvPr>
        </p:nvSpPr>
        <p:spPr/>
        <p:txBody>
          <a:bodyPr/>
          <a:lstStyle/>
          <a:p>
            <a:r>
              <a:rPr lang="en-US" b="1" dirty="0" err="1"/>
              <a:t>Firstname</a:t>
            </a:r>
            <a:r>
              <a:rPr lang="en-US" b="1" dirty="0"/>
              <a:t> </a:t>
            </a:r>
            <a:r>
              <a:rPr lang="en-US" b="1" dirty="0" err="1"/>
              <a:t>Lastname</a:t>
            </a:r>
            <a:br>
              <a:rPr lang="en-US" dirty="0"/>
            </a:br>
            <a:r>
              <a:rPr lang="en-US" dirty="0"/>
              <a:t>Title, Company</a:t>
            </a:r>
          </a:p>
        </p:txBody>
      </p:sp>
      <p:sp>
        <p:nvSpPr>
          <p:cNvPr id="3" name="Slide Number Placeholder 2">
            <a:extLst>
              <a:ext uri="{FF2B5EF4-FFF2-40B4-BE49-F238E27FC236}">
                <a16:creationId xmlns:a16="http://schemas.microsoft.com/office/drawing/2014/main" id="{28D7973E-C5C3-B0E1-9518-F6281B88EEDA}"/>
              </a:ext>
            </a:extLst>
          </p:cNvPr>
          <p:cNvSpPr>
            <a:spLocks noGrp="1"/>
          </p:cNvSpPr>
          <p:nvPr>
            <p:ph type="sldNum" sz="quarter" idx="10"/>
          </p:nvPr>
        </p:nvSpPr>
        <p:spPr/>
        <p:txBody>
          <a:bodyPr/>
          <a:lstStyle/>
          <a:p>
            <a:fld id="{E1134B45-AF8D-4DE1-B6B3-818C9AE12BDB}" type="slidenum">
              <a:rPr lang="en-US" smtClean="0"/>
              <a:pPr/>
              <a:t>23</a:t>
            </a:fld>
            <a:endParaRPr lang="en-US" dirty="0"/>
          </a:p>
        </p:txBody>
      </p:sp>
    </p:spTree>
    <p:extLst>
      <p:ext uri="{BB962C8B-B14F-4D97-AF65-F5344CB8AC3E}">
        <p14:creationId xmlns:p14="http://schemas.microsoft.com/office/powerpoint/2010/main" val="1517458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67231E-498B-A459-3B8D-1C4F6C1D22E8}"/>
              </a:ext>
            </a:extLst>
          </p:cNvPr>
          <p:cNvSpPr>
            <a:spLocks noGrp="1"/>
          </p:cNvSpPr>
          <p:nvPr>
            <p:ph type="title"/>
          </p:nvPr>
        </p:nvSpPr>
        <p:spPr/>
        <p:txBody>
          <a:bodyPr/>
          <a:lstStyle/>
          <a:p>
            <a:r>
              <a:rPr lang="en-US" dirty="0"/>
              <a:t>“Quote 2.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a:t>
            </a:r>
          </a:p>
        </p:txBody>
      </p:sp>
      <p:sp>
        <p:nvSpPr>
          <p:cNvPr id="5" name="Text Placeholder 4">
            <a:extLst>
              <a:ext uri="{FF2B5EF4-FFF2-40B4-BE49-F238E27FC236}">
                <a16:creationId xmlns:a16="http://schemas.microsoft.com/office/drawing/2014/main" id="{5C69EB9C-9976-4600-9346-1B30BBB48B67}"/>
              </a:ext>
            </a:extLst>
          </p:cNvPr>
          <p:cNvSpPr>
            <a:spLocks noGrp="1"/>
          </p:cNvSpPr>
          <p:nvPr>
            <p:ph type="body" sz="quarter" idx="13"/>
          </p:nvPr>
        </p:nvSpPr>
        <p:spPr/>
        <p:txBody>
          <a:bodyPr/>
          <a:lstStyle/>
          <a:p>
            <a:r>
              <a:rPr lang="en-US" b="1" dirty="0" err="1"/>
              <a:t>Firstname</a:t>
            </a:r>
            <a:r>
              <a:rPr lang="en-US" b="1" dirty="0"/>
              <a:t> </a:t>
            </a:r>
            <a:r>
              <a:rPr lang="en-US" b="1" dirty="0" err="1"/>
              <a:t>Lastname</a:t>
            </a:r>
            <a:br>
              <a:rPr lang="en-US" dirty="0"/>
            </a:br>
            <a:r>
              <a:rPr lang="en-US" dirty="0"/>
              <a:t>Title, Company</a:t>
            </a:r>
          </a:p>
        </p:txBody>
      </p:sp>
      <p:sp>
        <p:nvSpPr>
          <p:cNvPr id="3" name="Slide Number Placeholder 2">
            <a:extLst>
              <a:ext uri="{FF2B5EF4-FFF2-40B4-BE49-F238E27FC236}">
                <a16:creationId xmlns:a16="http://schemas.microsoft.com/office/drawing/2014/main" id="{28D7973E-C5C3-B0E1-9518-F6281B88EEDA}"/>
              </a:ext>
            </a:extLst>
          </p:cNvPr>
          <p:cNvSpPr>
            <a:spLocks noGrp="1"/>
          </p:cNvSpPr>
          <p:nvPr>
            <p:ph type="sldNum" sz="quarter" idx="10"/>
          </p:nvPr>
        </p:nvSpPr>
        <p:spPr/>
        <p:txBody>
          <a:bodyPr/>
          <a:lstStyle/>
          <a:p>
            <a:fld id="{E1134B45-AF8D-4DE1-B6B3-818C9AE12BDB}" type="slidenum">
              <a:rPr lang="en-US" smtClean="0"/>
              <a:pPr/>
              <a:t>24</a:t>
            </a:fld>
            <a:endParaRPr lang="en-US" dirty="0"/>
          </a:p>
        </p:txBody>
      </p:sp>
    </p:spTree>
    <p:extLst>
      <p:ext uri="{BB962C8B-B14F-4D97-AF65-F5344CB8AC3E}">
        <p14:creationId xmlns:p14="http://schemas.microsoft.com/office/powerpoint/2010/main" val="2179174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12A3971-13EA-F7FF-B472-97C40F3CB0B8}"/>
              </a:ext>
              <a:ext uri="{C183D7F6-B498-43B3-948B-1728B52AA6E4}">
                <adec:decorative xmlns:adec="http://schemas.microsoft.com/office/drawing/2017/decorative" val="1"/>
              </a:ext>
            </a:extLst>
          </p:cNvPr>
          <p:cNvSpPr>
            <a:spLocks noGrp="1"/>
          </p:cNvSpPr>
          <p:nvPr>
            <p:ph type="pic" sz="quarter" idx="12"/>
          </p:nvPr>
        </p:nvSpPr>
        <p:spPr/>
        <p:txBody>
          <a:bodyPr/>
          <a:lstStyle/>
          <a:p>
            <a:endParaRPr lang="en-US"/>
          </a:p>
        </p:txBody>
      </p:sp>
      <p:sp>
        <p:nvSpPr>
          <p:cNvPr id="4" name="Title 3">
            <a:extLst>
              <a:ext uri="{FF2B5EF4-FFF2-40B4-BE49-F238E27FC236}">
                <a16:creationId xmlns:a16="http://schemas.microsoft.com/office/drawing/2014/main" id="{2767231E-498B-A459-3B8D-1C4F6C1D22E8}"/>
              </a:ext>
            </a:extLst>
          </p:cNvPr>
          <p:cNvSpPr>
            <a:spLocks noGrp="1"/>
          </p:cNvSpPr>
          <p:nvPr>
            <p:ph type="ctrTitle"/>
          </p:nvPr>
        </p:nvSpPr>
        <p:spPr/>
        <p:txBody>
          <a:bodyPr/>
          <a:lstStyle/>
          <a:p>
            <a:r>
              <a:rPr lang="en-US" dirty="0"/>
              <a:t>“Quote 3.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a:t>
            </a:r>
          </a:p>
        </p:txBody>
      </p:sp>
      <p:sp>
        <p:nvSpPr>
          <p:cNvPr id="5" name="Text Placeholder 4">
            <a:extLst>
              <a:ext uri="{FF2B5EF4-FFF2-40B4-BE49-F238E27FC236}">
                <a16:creationId xmlns:a16="http://schemas.microsoft.com/office/drawing/2014/main" id="{5C69EB9C-9976-4600-9346-1B30BBB48B67}"/>
              </a:ext>
            </a:extLst>
          </p:cNvPr>
          <p:cNvSpPr>
            <a:spLocks noGrp="1"/>
          </p:cNvSpPr>
          <p:nvPr>
            <p:ph type="subTitle" idx="1"/>
          </p:nvPr>
        </p:nvSpPr>
        <p:spPr/>
        <p:txBody>
          <a:bodyPr/>
          <a:lstStyle/>
          <a:p>
            <a:r>
              <a:rPr lang="en-US" b="1" dirty="0" err="1"/>
              <a:t>Firstname</a:t>
            </a:r>
            <a:r>
              <a:rPr lang="en-US" b="1" dirty="0"/>
              <a:t> </a:t>
            </a:r>
            <a:r>
              <a:rPr lang="en-US" b="1" dirty="0" err="1"/>
              <a:t>Lastname</a:t>
            </a:r>
            <a:br>
              <a:rPr lang="en-US" dirty="0"/>
            </a:br>
            <a:r>
              <a:rPr lang="en-US" dirty="0"/>
              <a:t>Title, Company</a:t>
            </a:r>
          </a:p>
        </p:txBody>
      </p:sp>
      <p:sp>
        <p:nvSpPr>
          <p:cNvPr id="3" name="Slide Number Placeholder 2">
            <a:extLst>
              <a:ext uri="{FF2B5EF4-FFF2-40B4-BE49-F238E27FC236}">
                <a16:creationId xmlns:a16="http://schemas.microsoft.com/office/drawing/2014/main" id="{28D7973E-C5C3-B0E1-9518-F6281B88EEDA}"/>
              </a:ext>
            </a:extLst>
          </p:cNvPr>
          <p:cNvSpPr>
            <a:spLocks noGrp="1"/>
          </p:cNvSpPr>
          <p:nvPr>
            <p:ph type="sldNum" sz="quarter" idx="10"/>
          </p:nvPr>
        </p:nvSpPr>
        <p:spPr/>
        <p:txBody>
          <a:bodyPr/>
          <a:lstStyle/>
          <a:p>
            <a:fld id="{E1134B45-AF8D-4DE1-B6B3-818C9AE12BDB}" type="slidenum">
              <a:rPr lang="en-US" smtClean="0"/>
              <a:pPr/>
              <a:t>25</a:t>
            </a:fld>
            <a:endParaRPr lang="en-US" dirty="0"/>
          </a:p>
        </p:txBody>
      </p:sp>
    </p:spTree>
    <p:extLst>
      <p:ext uri="{BB962C8B-B14F-4D97-AF65-F5344CB8AC3E}">
        <p14:creationId xmlns:p14="http://schemas.microsoft.com/office/powerpoint/2010/main" val="3957642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373033-4601-C151-4CAA-502CF5DB526B}"/>
              </a:ext>
            </a:extLst>
          </p:cNvPr>
          <p:cNvSpPr>
            <a:spLocks noGrp="1"/>
          </p:cNvSpPr>
          <p:nvPr>
            <p:ph type="title"/>
          </p:nvPr>
        </p:nvSpPr>
        <p:spPr>
          <a:xfrm>
            <a:off x="462223" y="365125"/>
            <a:ext cx="11267554" cy="720097"/>
          </a:xfrm>
        </p:spPr>
        <p:txBody>
          <a:bodyPr/>
          <a:lstStyle/>
          <a:p>
            <a:r>
              <a:rPr lang="en-US" dirty="0"/>
              <a:t>Title only</a:t>
            </a:r>
          </a:p>
        </p:txBody>
      </p:sp>
      <p:sp>
        <p:nvSpPr>
          <p:cNvPr id="5" name="Slide Number Placeholder 4">
            <a:extLst>
              <a:ext uri="{FF2B5EF4-FFF2-40B4-BE49-F238E27FC236}">
                <a16:creationId xmlns:a16="http://schemas.microsoft.com/office/drawing/2014/main" id="{E9A20D32-0CD2-BFFB-BA1D-6B82AD3FD360}"/>
              </a:ext>
            </a:extLst>
          </p:cNvPr>
          <p:cNvSpPr>
            <a:spLocks noGrp="1"/>
          </p:cNvSpPr>
          <p:nvPr>
            <p:ph type="sldNum" sz="quarter" idx="10"/>
          </p:nvPr>
        </p:nvSpPr>
        <p:spPr/>
        <p:txBody>
          <a:bodyPr/>
          <a:lstStyle/>
          <a:p>
            <a:fld id="{E1134B45-AF8D-4DE1-B6B3-818C9AE12BDB}" type="slidenum">
              <a:rPr lang="en-US" smtClean="0"/>
              <a:pPr/>
              <a:t>26</a:t>
            </a:fld>
            <a:endParaRPr lang="en-US" dirty="0"/>
          </a:p>
        </p:txBody>
      </p:sp>
    </p:spTree>
    <p:extLst>
      <p:ext uri="{BB962C8B-B14F-4D97-AF65-F5344CB8AC3E}">
        <p14:creationId xmlns:p14="http://schemas.microsoft.com/office/powerpoint/2010/main" val="4244060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9A7104-2CAD-E139-F3CE-90857F27769C}"/>
              </a:ext>
            </a:extLst>
          </p:cNvPr>
          <p:cNvSpPr>
            <a:spLocks noGrp="1"/>
          </p:cNvSpPr>
          <p:nvPr>
            <p:ph type="title"/>
          </p:nvPr>
        </p:nvSpPr>
        <p:spPr>
          <a:xfrm>
            <a:off x="462223" y="365125"/>
            <a:ext cx="11267554" cy="720097"/>
          </a:xfrm>
        </p:spPr>
        <p:txBody>
          <a:bodyPr/>
          <a:lstStyle/>
          <a:p>
            <a:r>
              <a:rPr lang="en-US" dirty="0"/>
              <a:t>Title and content layout</a:t>
            </a:r>
          </a:p>
        </p:txBody>
      </p:sp>
      <p:sp>
        <p:nvSpPr>
          <p:cNvPr id="6" name="Content Placeholder 5">
            <a:extLst>
              <a:ext uri="{FF2B5EF4-FFF2-40B4-BE49-F238E27FC236}">
                <a16:creationId xmlns:a16="http://schemas.microsoft.com/office/drawing/2014/main" id="{BB57E346-C2AC-01F5-6291-1D444A5C8619}"/>
              </a:ext>
            </a:extLst>
          </p:cNvPr>
          <p:cNvSpPr>
            <a:spLocks noGrp="1"/>
          </p:cNvSpPr>
          <p:nvPr>
            <p:ph idx="1"/>
          </p:nvPr>
        </p:nvSpPr>
        <p:spPr>
          <a:xfrm>
            <a:off x="462222" y="1253330"/>
            <a:ext cx="11272577" cy="4735487"/>
          </a:xfrm>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provident.</a:t>
            </a:r>
          </a:p>
          <a:p>
            <a:endParaRPr lang="en-US"/>
          </a:p>
          <a:p>
            <a:endParaRPr lang="en-US"/>
          </a:p>
        </p:txBody>
      </p:sp>
      <p:sp>
        <p:nvSpPr>
          <p:cNvPr id="5" name="Slide Number Placeholder 4">
            <a:extLst>
              <a:ext uri="{FF2B5EF4-FFF2-40B4-BE49-F238E27FC236}">
                <a16:creationId xmlns:a16="http://schemas.microsoft.com/office/drawing/2014/main" id="{78578F87-8F1C-C5F5-CCA7-F7380D6A40EA}"/>
              </a:ext>
            </a:extLst>
          </p:cNvPr>
          <p:cNvSpPr>
            <a:spLocks noGrp="1"/>
          </p:cNvSpPr>
          <p:nvPr>
            <p:ph type="sldNum" sz="quarter" idx="10"/>
          </p:nvPr>
        </p:nvSpPr>
        <p:spPr/>
        <p:txBody>
          <a:bodyPr/>
          <a:lstStyle/>
          <a:p>
            <a:fld id="{E1134B45-AF8D-4DE1-B6B3-818C9AE12BDB}" type="slidenum">
              <a:rPr lang="en-US" smtClean="0"/>
              <a:pPr/>
              <a:t>27</a:t>
            </a:fld>
            <a:endParaRPr lang="en-US" dirty="0"/>
          </a:p>
        </p:txBody>
      </p:sp>
    </p:spTree>
    <p:extLst>
      <p:ext uri="{BB962C8B-B14F-4D97-AF65-F5344CB8AC3E}">
        <p14:creationId xmlns:p14="http://schemas.microsoft.com/office/powerpoint/2010/main" val="382954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98ACA5-ACCD-379B-C238-7526E5E32309}"/>
              </a:ext>
            </a:extLst>
          </p:cNvPr>
          <p:cNvSpPr>
            <a:spLocks noGrp="1"/>
          </p:cNvSpPr>
          <p:nvPr>
            <p:ph type="title"/>
          </p:nvPr>
        </p:nvSpPr>
        <p:spPr>
          <a:xfrm>
            <a:off x="462223" y="365125"/>
            <a:ext cx="11267554" cy="720097"/>
          </a:xfrm>
        </p:spPr>
        <p:txBody>
          <a:bodyPr/>
          <a:lstStyle/>
          <a:p>
            <a:r>
              <a:rPr lang="en-US" dirty="0"/>
              <a:t>Title and two column layout</a:t>
            </a:r>
          </a:p>
        </p:txBody>
      </p:sp>
      <p:sp>
        <p:nvSpPr>
          <p:cNvPr id="5" name="Content Placeholder 4">
            <a:extLst>
              <a:ext uri="{FF2B5EF4-FFF2-40B4-BE49-F238E27FC236}">
                <a16:creationId xmlns:a16="http://schemas.microsoft.com/office/drawing/2014/main" id="{E8752851-A44D-3E36-BFAB-070A0C66758F}"/>
              </a:ext>
            </a:extLst>
          </p:cNvPr>
          <p:cNvSpPr>
            <a:spLocks noGrp="1"/>
          </p:cNvSpPr>
          <p:nvPr>
            <p:ph idx="1"/>
          </p:nvPr>
        </p:nvSpPr>
        <p:spPr>
          <a:xfrm>
            <a:off x="462223" y="1253330"/>
            <a:ext cx="5361707" cy="4735487"/>
          </a:xfrm>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provident.</a:t>
            </a:r>
          </a:p>
          <a:p>
            <a:endParaRPr lang="en-US"/>
          </a:p>
          <a:p>
            <a:endParaRPr lang="en-US"/>
          </a:p>
        </p:txBody>
      </p:sp>
      <p:sp>
        <p:nvSpPr>
          <p:cNvPr id="6" name="Content Placeholder 5">
            <a:extLst>
              <a:ext uri="{FF2B5EF4-FFF2-40B4-BE49-F238E27FC236}">
                <a16:creationId xmlns:a16="http://schemas.microsoft.com/office/drawing/2014/main" id="{4111F88E-9B2C-D7B0-9859-7793FEBFFF45}"/>
              </a:ext>
            </a:extLst>
          </p:cNvPr>
          <p:cNvSpPr>
            <a:spLocks noGrp="1"/>
          </p:cNvSpPr>
          <p:nvPr>
            <p:ph idx="10"/>
          </p:nvPr>
        </p:nvSpPr>
        <p:spPr>
          <a:xfrm>
            <a:off x="6368069" y="1253329"/>
            <a:ext cx="5361707" cy="4735487"/>
          </a:xfrm>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provident.</a:t>
            </a:r>
          </a:p>
          <a:p>
            <a:endParaRPr lang="en-US"/>
          </a:p>
          <a:p>
            <a:endParaRPr lang="en-US"/>
          </a:p>
        </p:txBody>
      </p:sp>
      <p:sp>
        <p:nvSpPr>
          <p:cNvPr id="8" name="Slide Number Placeholder 7">
            <a:extLst>
              <a:ext uri="{FF2B5EF4-FFF2-40B4-BE49-F238E27FC236}">
                <a16:creationId xmlns:a16="http://schemas.microsoft.com/office/drawing/2014/main" id="{20011308-E0DF-3DAE-8003-30F9C61A6D6A}"/>
              </a:ext>
            </a:extLst>
          </p:cNvPr>
          <p:cNvSpPr>
            <a:spLocks noGrp="1"/>
          </p:cNvSpPr>
          <p:nvPr>
            <p:ph type="sldNum" sz="quarter" idx="11"/>
          </p:nvPr>
        </p:nvSpPr>
        <p:spPr/>
        <p:txBody>
          <a:bodyPr/>
          <a:lstStyle/>
          <a:p>
            <a:fld id="{E1134B45-AF8D-4DE1-B6B3-818C9AE12BDB}" type="slidenum">
              <a:rPr lang="en-US" smtClean="0"/>
              <a:pPr/>
              <a:t>28</a:t>
            </a:fld>
            <a:endParaRPr lang="en-US" dirty="0"/>
          </a:p>
        </p:txBody>
      </p:sp>
    </p:spTree>
    <p:extLst>
      <p:ext uri="{BB962C8B-B14F-4D97-AF65-F5344CB8AC3E}">
        <p14:creationId xmlns:p14="http://schemas.microsoft.com/office/powerpoint/2010/main" val="3792980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1E9F9B-709B-535B-8F5D-CF8EC3920C0F}"/>
              </a:ext>
            </a:extLst>
          </p:cNvPr>
          <p:cNvSpPr>
            <a:spLocks noGrp="1"/>
          </p:cNvSpPr>
          <p:nvPr>
            <p:ph type="title"/>
          </p:nvPr>
        </p:nvSpPr>
        <p:spPr>
          <a:xfrm>
            <a:off x="462224" y="365126"/>
            <a:ext cx="11267554" cy="477838"/>
          </a:xfrm>
        </p:spPr>
        <p:txBody>
          <a:bodyPr/>
          <a:lstStyle/>
          <a:p>
            <a:r>
              <a:rPr lang="en-US" dirty="0"/>
              <a:t>Title and subtitle only</a:t>
            </a:r>
          </a:p>
        </p:txBody>
      </p:sp>
      <p:sp>
        <p:nvSpPr>
          <p:cNvPr id="5" name="Text Placeholder 4">
            <a:extLst>
              <a:ext uri="{FF2B5EF4-FFF2-40B4-BE49-F238E27FC236}">
                <a16:creationId xmlns:a16="http://schemas.microsoft.com/office/drawing/2014/main" id="{BF4590F4-E922-450D-01A8-3167A7B0EE7B}"/>
              </a:ext>
            </a:extLst>
          </p:cNvPr>
          <p:cNvSpPr>
            <a:spLocks noGrp="1"/>
          </p:cNvSpPr>
          <p:nvPr>
            <p:ph type="body" sz="quarter" idx="13"/>
          </p:nvPr>
        </p:nvSpPr>
        <p:spPr>
          <a:xfrm>
            <a:off x="462224" y="842963"/>
            <a:ext cx="11267554" cy="409575"/>
          </a:xfrm>
        </p:spPr>
        <p:txBody>
          <a:bodyPr/>
          <a:lstStyle/>
          <a:p>
            <a:r>
              <a:rPr lang="en-US"/>
              <a:t>Subtitle</a:t>
            </a:r>
          </a:p>
        </p:txBody>
      </p:sp>
      <p:sp>
        <p:nvSpPr>
          <p:cNvPr id="6" name="Slide Number Placeholder 5">
            <a:extLst>
              <a:ext uri="{FF2B5EF4-FFF2-40B4-BE49-F238E27FC236}">
                <a16:creationId xmlns:a16="http://schemas.microsoft.com/office/drawing/2014/main" id="{02FF1E40-6D34-3049-D092-265C637C0932}"/>
              </a:ext>
            </a:extLst>
          </p:cNvPr>
          <p:cNvSpPr>
            <a:spLocks noGrp="1"/>
          </p:cNvSpPr>
          <p:nvPr>
            <p:ph type="sldNum" sz="quarter" idx="14"/>
          </p:nvPr>
        </p:nvSpPr>
        <p:spPr/>
        <p:txBody>
          <a:bodyPr/>
          <a:lstStyle/>
          <a:p>
            <a:fld id="{E1134B45-AF8D-4DE1-B6B3-818C9AE12BDB}" type="slidenum">
              <a:rPr lang="en-US" smtClean="0"/>
              <a:pPr/>
              <a:t>29</a:t>
            </a:fld>
            <a:endParaRPr lang="en-US" dirty="0"/>
          </a:p>
        </p:txBody>
      </p:sp>
    </p:spTree>
    <p:extLst>
      <p:ext uri="{BB962C8B-B14F-4D97-AF65-F5344CB8AC3E}">
        <p14:creationId xmlns:p14="http://schemas.microsoft.com/office/powerpoint/2010/main" val="3524629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9B2393-59FE-1279-B26F-FC060E1774D9}"/>
              </a:ext>
            </a:extLst>
          </p:cNvPr>
          <p:cNvSpPr>
            <a:spLocks noGrp="1"/>
          </p:cNvSpPr>
          <p:nvPr>
            <p:ph type="title"/>
          </p:nvPr>
        </p:nvSpPr>
        <p:spPr>
          <a:xfrm>
            <a:off x="462224" y="365125"/>
            <a:ext cx="11267554" cy="473075"/>
          </a:xfrm>
        </p:spPr>
        <p:txBody>
          <a:bodyPr/>
          <a:lstStyle/>
          <a:p>
            <a:r>
              <a:rPr lang="en-US" dirty="0"/>
              <a:t>Title, subtitle and content layout</a:t>
            </a:r>
          </a:p>
        </p:txBody>
      </p:sp>
      <p:sp>
        <p:nvSpPr>
          <p:cNvPr id="5" name="Text Placeholder 4">
            <a:extLst>
              <a:ext uri="{FF2B5EF4-FFF2-40B4-BE49-F238E27FC236}">
                <a16:creationId xmlns:a16="http://schemas.microsoft.com/office/drawing/2014/main" id="{36791C66-68EE-D282-3893-27C43EFF8934}"/>
              </a:ext>
            </a:extLst>
          </p:cNvPr>
          <p:cNvSpPr>
            <a:spLocks noGrp="1"/>
          </p:cNvSpPr>
          <p:nvPr>
            <p:ph type="body" sz="quarter" idx="13"/>
          </p:nvPr>
        </p:nvSpPr>
        <p:spPr>
          <a:xfrm>
            <a:off x="462224" y="842963"/>
            <a:ext cx="11272369" cy="409575"/>
          </a:xfrm>
        </p:spPr>
        <p:txBody>
          <a:bodyPr/>
          <a:lstStyle/>
          <a:p>
            <a:r>
              <a:rPr lang="en-US"/>
              <a:t>Subtitle</a:t>
            </a:r>
          </a:p>
        </p:txBody>
      </p:sp>
      <p:sp>
        <p:nvSpPr>
          <p:cNvPr id="6" name="Content Placeholder 5">
            <a:extLst>
              <a:ext uri="{FF2B5EF4-FFF2-40B4-BE49-F238E27FC236}">
                <a16:creationId xmlns:a16="http://schemas.microsoft.com/office/drawing/2014/main" id="{93464735-B8D9-5381-AFD2-231F29A929F8}"/>
              </a:ext>
            </a:extLst>
          </p:cNvPr>
          <p:cNvSpPr>
            <a:spLocks noGrp="1"/>
          </p:cNvSpPr>
          <p:nvPr>
            <p:ph sz="quarter" idx="14"/>
          </p:nvPr>
        </p:nvSpPr>
        <p:spPr>
          <a:xfrm>
            <a:off x="462224" y="1646238"/>
            <a:ext cx="11277600" cy="4373562"/>
          </a:xfrm>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provident.</a:t>
            </a:r>
          </a:p>
          <a:p>
            <a:endParaRPr lang="en-US"/>
          </a:p>
        </p:txBody>
      </p:sp>
      <p:sp>
        <p:nvSpPr>
          <p:cNvPr id="8" name="Slide Number Placeholder 7">
            <a:extLst>
              <a:ext uri="{FF2B5EF4-FFF2-40B4-BE49-F238E27FC236}">
                <a16:creationId xmlns:a16="http://schemas.microsoft.com/office/drawing/2014/main" id="{EFFDB23D-BD81-8484-D3E4-DC97F2E26E67}"/>
              </a:ext>
            </a:extLst>
          </p:cNvPr>
          <p:cNvSpPr>
            <a:spLocks noGrp="1"/>
          </p:cNvSpPr>
          <p:nvPr>
            <p:ph type="sldNum" sz="quarter" idx="15"/>
          </p:nvPr>
        </p:nvSpPr>
        <p:spPr/>
        <p:txBody>
          <a:bodyPr/>
          <a:lstStyle/>
          <a:p>
            <a:fld id="{E1134B45-AF8D-4DE1-B6B3-818C9AE12BDB}" type="slidenum">
              <a:rPr lang="en-US" smtClean="0"/>
              <a:pPr/>
              <a:t>30</a:t>
            </a:fld>
            <a:endParaRPr lang="en-US" dirty="0"/>
          </a:p>
        </p:txBody>
      </p:sp>
    </p:spTree>
    <p:extLst>
      <p:ext uri="{BB962C8B-B14F-4D97-AF65-F5344CB8AC3E}">
        <p14:creationId xmlns:p14="http://schemas.microsoft.com/office/powerpoint/2010/main" val="3272503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C5A971-ABBC-ADDF-5710-2C25978F5EE7}"/>
              </a:ext>
            </a:extLst>
          </p:cNvPr>
          <p:cNvSpPr>
            <a:spLocks noGrp="1"/>
          </p:cNvSpPr>
          <p:nvPr>
            <p:ph type="title"/>
          </p:nvPr>
        </p:nvSpPr>
        <p:spPr>
          <a:xfrm>
            <a:off x="462224" y="365126"/>
            <a:ext cx="11267554" cy="477838"/>
          </a:xfrm>
        </p:spPr>
        <p:txBody>
          <a:bodyPr/>
          <a:lstStyle/>
          <a:p>
            <a:r>
              <a:rPr lang="en-US" dirty="0"/>
              <a:t>Title, subtitle and two column layout</a:t>
            </a:r>
          </a:p>
        </p:txBody>
      </p:sp>
      <p:sp>
        <p:nvSpPr>
          <p:cNvPr id="8" name="Text Placeholder 7">
            <a:extLst>
              <a:ext uri="{FF2B5EF4-FFF2-40B4-BE49-F238E27FC236}">
                <a16:creationId xmlns:a16="http://schemas.microsoft.com/office/drawing/2014/main" id="{637C26E7-3D99-28F8-8986-0392D845D9DD}"/>
              </a:ext>
            </a:extLst>
          </p:cNvPr>
          <p:cNvSpPr>
            <a:spLocks noGrp="1"/>
          </p:cNvSpPr>
          <p:nvPr>
            <p:ph type="body" sz="quarter" idx="14"/>
          </p:nvPr>
        </p:nvSpPr>
        <p:spPr>
          <a:xfrm>
            <a:off x="462224" y="842963"/>
            <a:ext cx="11277391" cy="409575"/>
          </a:xfrm>
        </p:spPr>
        <p:txBody>
          <a:bodyPr/>
          <a:lstStyle/>
          <a:p>
            <a:r>
              <a:rPr lang="en-US"/>
              <a:t>Subtitle</a:t>
            </a:r>
          </a:p>
        </p:txBody>
      </p:sp>
      <p:sp>
        <p:nvSpPr>
          <p:cNvPr id="6" name="Content Placeholder 5">
            <a:extLst>
              <a:ext uri="{FF2B5EF4-FFF2-40B4-BE49-F238E27FC236}">
                <a16:creationId xmlns:a16="http://schemas.microsoft.com/office/drawing/2014/main" id="{E5758B7C-7429-FF86-EF8F-D62C2F7107C0}"/>
              </a:ext>
            </a:extLst>
          </p:cNvPr>
          <p:cNvSpPr>
            <a:spLocks noGrp="1"/>
          </p:cNvSpPr>
          <p:nvPr>
            <p:ph idx="1"/>
          </p:nvPr>
        </p:nvSpPr>
        <p:spPr>
          <a:xfrm>
            <a:off x="462224" y="1646239"/>
            <a:ext cx="5361707" cy="4342578"/>
          </a:xfrm>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provident.</a:t>
            </a:r>
          </a:p>
          <a:p>
            <a:endParaRPr lang="en-US"/>
          </a:p>
        </p:txBody>
      </p:sp>
      <p:sp>
        <p:nvSpPr>
          <p:cNvPr id="7" name="Content Placeholder 6">
            <a:extLst>
              <a:ext uri="{FF2B5EF4-FFF2-40B4-BE49-F238E27FC236}">
                <a16:creationId xmlns:a16="http://schemas.microsoft.com/office/drawing/2014/main" id="{237489F4-4C95-8482-1C85-564E23179151}"/>
              </a:ext>
            </a:extLst>
          </p:cNvPr>
          <p:cNvSpPr>
            <a:spLocks noGrp="1"/>
          </p:cNvSpPr>
          <p:nvPr>
            <p:ph idx="10"/>
          </p:nvPr>
        </p:nvSpPr>
        <p:spPr>
          <a:xfrm>
            <a:off x="6368069" y="1646238"/>
            <a:ext cx="5361707" cy="4342578"/>
          </a:xfrm>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provident.</a:t>
            </a:r>
          </a:p>
          <a:p>
            <a:endParaRPr lang="en-US"/>
          </a:p>
        </p:txBody>
      </p:sp>
      <p:sp>
        <p:nvSpPr>
          <p:cNvPr id="10" name="Slide Number Placeholder 9">
            <a:extLst>
              <a:ext uri="{FF2B5EF4-FFF2-40B4-BE49-F238E27FC236}">
                <a16:creationId xmlns:a16="http://schemas.microsoft.com/office/drawing/2014/main" id="{9ABDD180-851C-41D5-3EB6-67F85C337272}"/>
              </a:ext>
            </a:extLst>
          </p:cNvPr>
          <p:cNvSpPr>
            <a:spLocks noGrp="1"/>
          </p:cNvSpPr>
          <p:nvPr>
            <p:ph type="sldNum" sz="quarter" idx="15"/>
          </p:nvPr>
        </p:nvSpPr>
        <p:spPr/>
        <p:txBody>
          <a:bodyPr/>
          <a:lstStyle/>
          <a:p>
            <a:fld id="{E1134B45-AF8D-4DE1-B6B3-818C9AE12BDB}" type="slidenum">
              <a:rPr lang="en-US" smtClean="0"/>
              <a:pPr/>
              <a:t>31</a:t>
            </a:fld>
            <a:endParaRPr lang="en-US" dirty="0"/>
          </a:p>
        </p:txBody>
      </p:sp>
    </p:spTree>
    <p:extLst>
      <p:ext uri="{BB962C8B-B14F-4D97-AF65-F5344CB8AC3E}">
        <p14:creationId xmlns:p14="http://schemas.microsoft.com/office/powerpoint/2010/main" val="155597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79A39-8B9C-7CE4-7526-2220CA60EEE7}"/>
              </a:ext>
            </a:extLst>
          </p:cNvPr>
          <p:cNvSpPr>
            <a:spLocks noGrp="1"/>
          </p:cNvSpPr>
          <p:nvPr>
            <p:ph type="title"/>
          </p:nvPr>
        </p:nvSpPr>
        <p:spPr>
          <a:xfrm>
            <a:off x="462223" y="365125"/>
            <a:ext cx="3252527" cy="1292225"/>
          </a:xfrm>
        </p:spPr>
        <p:txBody>
          <a:bodyPr/>
          <a:lstStyle/>
          <a:p>
            <a:r>
              <a:rPr lang="en-US" dirty="0"/>
              <a:t>Content highlight</a:t>
            </a:r>
          </a:p>
        </p:txBody>
      </p:sp>
      <p:sp>
        <p:nvSpPr>
          <p:cNvPr id="4" name="Text Placeholder 3">
            <a:extLst>
              <a:ext uri="{FF2B5EF4-FFF2-40B4-BE49-F238E27FC236}">
                <a16:creationId xmlns:a16="http://schemas.microsoft.com/office/drawing/2014/main" id="{E8D0DECC-9292-5A1C-A773-55F6262D7491}"/>
              </a:ext>
            </a:extLst>
          </p:cNvPr>
          <p:cNvSpPr>
            <a:spLocks noGrp="1"/>
          </p:cNvSpPr>
          <p:nvPr>
            <p:ph type="body" sz="quarter" idx="11"/>
          </p:nvPr>
        </p:nvSpPr>
        <p:spPr>
          <a:xfrm>
            <a:off x="4557145" y="365125"/>
            <a:ext cx="7177655" cy="5302250"/>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r>
              <a:rPr lang="en-US" dirty="0"/>
              <a:t>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
        <p:nvSpPr>
          <p:cNvPr id="3" name="Slide Number Placeholder 2">
            <a:extLst>
              <a:ext uri="{FF2B5EF4-FFF2-40B4-BE49-F238E27FC236}">
                <a16:creationId xmlns:a16="http://schemas.microsoft.com/office/drawing/2014/main" id="{DAF82ABA-E341-7DC9-CD9E-5A4110826B8D}"/>
              </a:ext>
            </a:extLst>
          </p:cNvPr>
          <p:cNvSpPr>
            <a:spLocks noGrp="1"/>
          </p:cNvSpPr>
          <p:nvPr>
            <p:ph type="sldNum" sz="quarter" idx="10"/>
          </p:nvPr>
        </p:nvSpPr>
        <p:spPr>
          <a:xfrm>
            <a:off x="230564" y="6305993"/>
            <a:ext cx="435410" cy="365125"/>
          </a:xfrm>
        </p:spPr>
        <p:txBody>
          <a:bodyPr/>
          <a:lstStyle/>
          <a:p>
            <a:fld id="{E1134B45-AF8D-4DE1-B6B3-818C9AE12BDB}" type="slidenum">
              <a:rPr lang="en-US" smtClean="0"/>
              <a:pPr/>
              <a:t>32</a:t>
            </a:fld>
            <a:endParaRPr lang="en-US" dirty="0"/>
          </a:p>
        </p:txBody>
      </p:sp>
    </p:spTree>
    <p:extLst>
      <p:ext uri="{BB962C8B-B14F-4D97-AF65-F5344CB8AC3E}">
        <p14:creationId xmlns:p14="http://schemas.microsoft.com/office/powerpoint/2010/main" val="3331574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3C9230-1306-7E71-5E8D-73F09EC3693A}"/>
              </a:ext>
            </a:extLst>
          </p:cNvPr>
          <p:cNvSpPr>
            <a:spLocks noGrp="1"/>
          </p:cNvSpPr>
          <p:nvPr>
            <p:ph type="title"/>
          </p:nvPr>
        </p:nvSpPr>
        <p:spPr>
          <a:xfrm>
            <a:off x="462224" y="365126"/>
            <a:ext cx="4672484" cy="5289548"/>
          </a:xfrm>
        </p:spPr>
        <p:txBody>
          <a:bodyPr/>
          <a:lstStyle/>
          <a:p>
            <a:r>
              <a:rPr lang="en-US" dirty="0"/>
              <a:t>Title slide with large photo</a:t>
            </a:r>
          </a:p>
        </p:txBody>
      </p:sp>
      <p:sp>
        <p:nvSpPr>
          <p:cNvPr id="5" name="Picture Placeholder 4">
            <a:extLst>
              <a:ext uri="{FF2B5EF4-FFF2-40B4-BE49-F238E27FC236}">
                <a16:creationId xmlns:a16="http://schemas.microsoft.com/office/drawing/2014/main" id="{0EAC3938-7CE0-DAE4-5CFA-7ABC86F6CB7F}"/>
              </a:ext>
              <a:ext uri="{C183D7F6-B498-43B3-948B-1728B52AA6E4}">
                <adec:decorative xmlns:adec="http://schemas.microsoft.com/office/drawing/2017/decorative" val="1"/>
              </a:ext>
            </a:extLst>
          </p:cNvPr>
          <p:cNvSpPr>
            <a:spLocks noGrp="1"/>
          </p:cNvSpPr>
          <p:nvPr>
            <p:ph type="pic" sz="quarter" idx="12"/>
          </p:nvPr>
        </p:nvSpPr>
        <p:spPr/>
        <p:txBody>
          <a:bodyPr/>
          <a:lstStyle/>
          <a:p>
            <a:endParaRPr lang="en-US"/>
          </a:p>
        </p:txBody>
      </p:sp>
      <p:sp>
        <p:nvSpPr>
          <p:cNvPr id="6" name="Slide Number Placeholder 5">
            <a:extLst>
              <a:ext uri="{FF2B5EF4-FFF2-40B4-BE49-F238E27FC236}">
                <a16:creationId xmlns:a16="http://schemas.microsoft.com/office/drawing/2014/main" id="{F59873F9-0DC6-18AF-20EA-BC1D3806DC9B}"/>
              </a:ext>
            </a:extLst>
          </p:cNvPr>
          <p:cNvSpPr>
            <a:spLocks noGrp="1"/>
          </p:cNvSpPr>
          <p:nvPr>
            <p:ph type="sldNum" sz="quarter" idx="13"/>
          </p:nvPr>
        </p:nvSpPr>
        <p:spPr/>
        <p:txBody>
          <a:bodyPr/>
          <a:lstStyle/>
          <a:p>
            <a:fld id="{E1134B45-AF8D-4DE1-B6B3-818C9AE12BDB}" type="slidenum">
              <a:rPr lang="en-US" smtClean="0"/>
              <a:pPr/>
              <a:t>33</a:t>
            </a:fld>
            <a:endParaRPr lang="en-US" dirty="0"/>
          </a:p>
        </p:txBody>
      </p:sp>
    </p:spTree>
    <p:extLst>
      <p:ext uri="{BB962C8B-B14F-4D97-AF65-F5344CB8AC3E}">
        <p14:creationId xmlns:p14="http://schemas.microsoft.com/office/powerpoint/2010/main" val="1834604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C28174-9E21-0B83-B9D5-12A667783191}"/>
              </a:ext>
            </a:extLst>
          </p:cNvPr>
          <p:cNvSpPr>
            <a:spLocks noGrp="1"/>
          </p:cNvSpPr>
          <p:nvPr>
            <p:ph type="title"/>
          </p:nvPr>
        </p:nvSpPr>
        <p:spPr>
          <a:xfrm>
            <a:off x="462224" y="365124"/>
            <a:ext cx="4672484" cy="5289549"/>
          </a:xfrm>
        </p:spPr>
        <p:txBody>
          <a:bodyPr/>
          <a:lstStyle/>
          <a:p>
            <a:r>
              <a:rPr lang="en-US" dirty="0"/>
              <a:t>Title slide with content layout</a:t>
            </a:r>
          </a:p>
        </p:txBody>
      </p:sp>
      <p:sp>
        <p:nvSpPr>
          <p:cNvPr id="5" name="Text Placeholder 4">
            <a:extLst>
              <a:ext uri="{FF2B5EF4-FFF2-40B4-BE49-F238E27FC236}">
                <a16:creationId xmlns:a16="http://schemas.microsoft.com/office/drawing/2014/main" id="{33F8686C-B984-D028-3D8B-16CF82EE2895}"/>
              </a:ext>
            </a:extLst>
          </p:cNvPr>
          <p:cNvSpPr>
            <a:spLocks noGrp="1"/>
          </p:cNvSpPr>
          <p:nvPr>
            <p:ph type="body" sz="quarter" idx="15"/>
          </p:nvPr>
        </p:nvSpPr>
        <p:spPr>
          <a:xfrm>
            <a:off x="6096000" y="365124"/>
            <a:ext cx="5633776" cy="5289549"/>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r>
              <a:rPr lang="en-US" dirty="0"/>
              <a:t>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
        <p:nvSpPr>
          <p:cNvPr id="6" name="Slide Number Placeholder 5">
            <a:extLst>
              <a:ext uri="{FF2B5EF4-FFF2-40B4-BE49-F238E27FC236}">
                <a16:creationId xmlns:a16="http://schemas.microsoft.com/office/drawing/2014/main" id="{2E5157F2-DB83-5FFD-2179-4110034757FF}"/>
              </a:ext>
            </a:extLst>
          </p:cNvPr>
          <p:cNvSpPr>
            <a:spLocks noGrp="1"/>
          </p:cNvSpPr>
          <p:nvPr>
            <p:ph type="sldNum" sz="quarter" idx="16"/>
          </p:nvPr>
        </p:nvSpPr>
        <p:spPr/>
        <p:txBody>
          <a:bodyPr/>
          <a:lstStyle/>
          <a:p>
            <a:fld id="{E1134B45-AF8D-4DE1-B6B3-818C9AE12BDB}" type="slidenum">
              <a:rPr lang="en-US" smtClean="0"/>
              <a:pPr/>
              <a:t>34</a:t>
            </a:fld>
            <a:endParaRPr lang="en-US" dirty="0"/>
          </a:p>
        </p:txBody>
      </p:sp>
    </p:spTree>
    <p:extLst>
      <p:ext uri="{BB962C8B-B14F-4D97-AF65-F5344CB8AC3E}">
        <p14:creationId xmlns:p14="http://schemas.microsoft.com/office/powerpoint/2010/main" val="3272009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C5A971-ABBC-ADDF-5710-2C25978F5EE7}"/>
              </a:ext>
            </a:extLst>
          </p:cNvPr>
          <p:cNvSpPr>
            <a:spLocks noGrp="1"/>
          </p:cNvSpPr>
          <p:nvPr>
            <p:ph type="title"/>
          </p:nvPr>
        </p:nvSpPr>
        <p:spPr/>
        <p:txBody>
          <a:bodyPr/>
          <a:lstStyle/>
          <a:p>
            <a:r>
              <a:rPr lang="en-US" dirty="0"/>
              <a:t>Title, subtitle and two column layout with divider</a:t>
            </a:r>
          </a:p>
        </p:txBody>
      </p:sp>
      <p:sp>
        <p:nvSpPr>
          <p:cNvPr id="8" name="Text Placeholder 7">
            <a:extLst>
              <a:ext uri="{FF2B5EF4-FFF2-40B4-BE49-F238E27FC236}">
                <a16:creationId xmlns:a16="http://schemas.microsoft.com/office/drawing/2014/main" id="{637C26E7-3D99-28F8-8986-0392D845D9DD}"/>
              </a:ext>
            </a:extLst>
          </p:cNvPr>
          <p:cNvSpPr>
            <a:spLocks noGrp="1"/>
          </p:cNvSpPr>
          <p:nvPr>
            <p:ph type="body" sz="quarter" idx="14"/>
          </p:nvPr>
        </p:nvSpPr>
        <p:spPr/>
        <p:txBody>
          <a:bodyPr/>
          <a:lstStyle/>
          <a:p>
            <a:r>
              <a:rPr lang="en-US"/>
              <a:t>Subtitle</a:t>
            </a:r>
          </a:p>
        </p:txBody>
      </p:sp>
      <p:sp>
        <p:nvSpPr>
          <p:cNvPr id="6" name="Content Placeholder 5">
            <a:extLst>
              <a:ext uri="{FF2B5EF4-FFF2-40B4-BE49-F238E27FC236}">
                <a16:creationId xmlns:a16="http://schemas.microsoft.com/office/drawing/2014/main" id="{E5758B7C-7429-FF86-EF8F-D62C2F7107C0}"/>
              </a:ext>
            </a:extLst>
          </p:cNvPr>
          <p:cNvSpPr>
            <a:spLocks noGrp="1"/>
          </p:cNvSpPr>
          <p:nvPr>
            <p:ph idx="1"/>
          </p:nvPr>
        </p:nvSpPr>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provident.</a:t>
            </a:r>
          </a:p>
          <a:p>
            <a:endParaRPr lang="en-US"/>
          </a:p>
        </p:txBody>
      </p:sp>
      <p:sp>
        <p:nvSpPr>
          <p:cNvPr id="7" name="Content Placeholder 6">
            <a:extLst>
              <a:ext uri="{FF2B5EF4-FFF2-40B4-BE49-F238E27FC236}">
                <a16:creationId xmlns:a16="http://schemas.microsoft.com/office/drawing/2014/main" id="{237489F4-4C95-8482-1C85-564E23179151}"/>
              </a:ext>
            </a:extLst>
          </p:cNvPr>
          <p:cNvSpPr>
            <a:spLocks noGrp="1"/>
          </p:cNvSpPr>
          <p:nvPr>
            <p:ph idx="10"/>
          </p:nvPr>
        </p:nvSpPr>
        <p:spPr/>
        <p:txBody>
          <a:body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p>
          <a:p>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provident.</a:t>
            </a:r>
          </a:p>
          <a:p>
            <a:endParaRPr lang="en-US"/>
          </a:p>
        </p:txBody>
      </p:sp>
      <p:sp>
        <p:nvSpPr>
          <p:cNvPr id="2" name="Slide Number Placeholder 1">
            <a:extLst>
              <a:ext uri="{FF2B5EF4-FFF2-40B4-BE49-F238E27FC236}">
                <a16:creationId xmlns:a16="http://schemas.microsoft.com/office/drawing/2014/main" id="{48830A44-84AF-37AB-443C-344060BA10A5}"/>
              </a:ext>
            </a:extLst>
          </p:cNvPr>
          <p:cNvSpPr>
            <a:spLocks noGrp="1"/>
          </p:cNvSpPr>
          <p:nvPr>
            <p:ph type="sldNum" sz="quarter" idx="15"/>
          </p:nvPr>
        </p:nvSpPr>
        <p:spPr/>
        <p:txBody>
          <a:bodyPr/>
          <a:lstStyle/>
          <a:p>
            <a:fld id="{E1134B45-AF8D-4DE1-B6B3-818C9AE12BDB}" type="slidenum">
              <a:rPr lang="en-US" smtClean="0"/>
              <a:pPr/>
              <a:t>35</a:t>
            </a:fld>
            <a:endParaRPr lang="en-US" dirty="0"/>
          </a:p>
        </p:txBody>
      </p:sp>
    </p:spTree>
    <p:extLst>
      <p:ext uri="{BB962C8B-B14F-4D97-AF65-F5344CB8AC3E}">
        <p14:creationId xmlns:p14="http://schemas.microsoft.com/office/powerpoint/2010/main" val="6508720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C5A971-ABBC-ADDF-5710-2C25978F5EE7}"/>
              </a:ext>
            </a:extLst>
          </p:cNvPr>
          <p:cNvSpPr>
            <a:spLocks noGrp="1"/>
          </p:cNvSpPr>
          <p:nvPr>
            <p:ph type="title"/>
          </p:nvPr>
        </p:nvSpPr>
        <p:spPr/>
        <p:txBody>
          <a:bodyPr/>
          <a:lstStyle/>
          <a:p>
            <a:r>
              <a:rPr lang="en-US" dirty="0"/>
              <a:t>Title, subtitle and three highlights</a:t>
            </a:r>
          </a:p>
        </p:txBody>
      </p:sp>
      <p:sp>
        <p:nvSpPr>
          <p:cNvPr id="8" name="Text Placeholder 7">
            <a:extLst>
              <a:ext uri="{FF2B5EF4-FFF2-40B4-BE49-F238E27FC236}">
                <a16:creationId xmlns:a16="http://schemas.microsoft.com/office/drawing/2014/main" id="{637C26E7-3D99-28F8-8986-0392D845D9DD}"/>
              </a:ext>
            </a:extLst>
          </p:cNvPr>
          <p:cNvSpPr>
            <a:spLocks noGrp="1"/>
          </p:cNvSpPr>
          <p:nvPr>
            <p:ph type="body" sz="quarter" idx="13"/>
          </p:nvPr>
        </p:nvSpPr>
        <p:spPr/>
        <p:txBody>
          <a:bodyPr/>
          <a:lstStyle/>
          <a:p>
            <a:r>
              <a:rPr lang="en-US"/>
              <a:t>Subtitle</a:t>
            </a:r>
          </a:p>
        </p:txBody>
      </p:sp>
      <p:sp>
        <p:nvSpPr>
          <p:cNvPr id="6" name="Content Placeholder 5">
            <a:extLst>
              <a:ext uri="{FF2B5EF4-FFF2-40B4-BE49-F238E27FC236}">
                <a16:creationId xmlns:a16="http://schemas.microsoft.com/office/drawing/2014/main" id="{E5758B7C-7429-FF86-EF8F-D62C2F7107C0}"/>
              </a:ext>
            </a:extLst>
          </p:cNvPr>
          <p:cNvSpPr>
            <a:spLocks noGrp="1"/>
          </p:cNvSpPr>
          <p:nvPr>
            <p:ph sz="quarter" idx="17"/>
          </p:nvPr>
        </p:nvSpPr>
        <p:spPr/>
        <p:txBody>
          <a:bodyPr/>
          <a:lstStyle/>
          <a:p>
            <a:r>
              <a:rPr lang="en-US" dirty="0"/>
              <a:t>Lorem ipsum dolor sit </a:t>
            </a:r>
            <a:r>
              <a:rPr lang="en-US" dirty="0" err="1"/>
              <a:t>amet</a:t>
            </a:r>
            <a:r>
              <a:rPr lang="en-US" dirty="0"/>
              <a:t>, </a:t>
            </a:r>
            <a:r>
              <a:rPr lang="en-US" dirty="0" err="1"/>
              <a:t>consectetur</a:t>
            </a:r>
            <a:endParaRPr lang="en-US" dirty="0"/>
          </a:p>
        </p:txBody>
      </p:sp>
      <p:sp>
        <p:nvSpPr>
          <p:cNvPr id="2" name="Text Placeholder 1">
            <a:extLst>
              <a:ext uri="{FF2B5EF4-FFF2-40B4-BE49-F238E27FC236}">
                <a16:creationId xmlns:a16="http://schemas.microsoft.com/office/drawing/2014/main" id="{74FE6522-FEDF-75F5-BB59-6F8E470F3749}"/>
              </a:ext>
            </a:extLst>
          </p:cNvPr>
          <p:cNvSpPr>
            <a:spLocks noGrp="1"/>
          </p:cNvSpPr>
          <p:nvPr>
            <p:ph type="body" sz="quarter" idx="16"/>
          </p:nvPr>
        </p:nvSpPr>
        <p:spPr/>
        <p:txBody>
          <a:bodyPr/>
          <a:lstStyle/>
          <a:p>
            <a:r>
              <a:rPr lang="en-US" sz="1800" dirty="0"/>
              <a:t>Lorem ipsum dolor sit </a:t>
            </a:r>
            <a:r>
              <a:rPr lang="en-US" sz="1800" dirty="0" err="1"/>
              <a:t>amet</a:t>
            </a:r>
            <a:r>
              <a:rPr lang="en-US" sz="1800" dirty="0"/>
              <a:t>, </a:t>
            </a:r>
            <a:r>
              <a:rPr lang="en-US" sz="1800" dirty="0" err="1"/>
              <a:t>consectetur</a:t>
            </a:r>
            <a:r>
              <a:rPr lang="en-US" sz="1800" dirty="0"/>
              <a:t> </a:t>
            </a:r>
            <a:r>
              <a:rPr lang="en-US" sz="1800" dirty="0" err="1"/>
              <a:t>adipiscing</a:t>
            </a:r>
            <a:r>
              <a:rPr lang="en-US" sz="1800" dirty="0"/>
              <a:t> </a:t>
            </a:r>
            <a:r>
              <a:rPr lang="en-US" sz="1800" dirty="0" err="1"/>
              <a:t>elit</a:t>
            </a:r>
            <a:r>
              <a:rPr lang="en-US" sz="1800" dirty="0"/>
              <a:t>, sed do </a:t>
            </a:r>
            <a:r>
              <a:rPr lang="en-US" sz="1800" dirty="0" err="1"/>
              <a:t>eiusmod</a:t>
            </a:r>
            <a:r>
              <a:rPr lang="en-US" sz="1800" dirty="0"/>
              <a:t> </a:t>
            </a:r>
            <a:r>
              <a:rPr lang="en-US" sz="1800" dirty="0" err="1"/>
              <a:t>tempor</a:t>
            </a:r>
            <a:r>
              <a:rPr lang="en-US" sz="1800" dirty="0"/>
              <a:t> </a:t>
            </a:r>
            <a:r>
              <a:rPr lang="en-US" sz="1800" dirty="0" err="1"/>
              <a:t>incididunt</a:t>
            </a:r>
            <a:r>
              <a:rPr lang="en-US" sz="1800" dirty="0"/>
              <a:t> </a:t>
            </a:r>
            <a:r>
              <a:rPr lang="en-US" sz="1800" dirty="0" err="1"/>
              <a:t>ut</a:t>
            </a:r>
            <a:r>
              <a:rPr lang="en-US" sz="1800" dirty="0"/>
              <a:t> labore et dolore magna </a:t>
            </a:r>
            <a:r>
              <a:rPr lang="en-US" sz="1800" dirty="0" err="1"/>
              <a:t>aliqua</a:t>
            </a:r>
            <a:r>
              <a:rPr lang="en-US" sz="1800" dirty="0"/>
              <a:t>. </a:t>
            </a:r>
          </a:p>
          <a:p>
            <a:endParaRPr lang="en-US" sz="1800" dirty="0"/>
          </a:p>
        </p:txBody>
      </p:sp>
      <p:sp>
        <p:nvSpPr>
          <p:cNvPr id="7" name="Content Placeholder 6">
            <a:extLst>
              <a:ext uri="{FF2B5EF4-FFF2-40B4-BE49-F238E27FC236}">
                <a16:creationId xmlns:a16="http://schemas.microsoft.com/office/drawing/2014/main" id="{237489F4-4C95-8482-1C85-564E23179151}"/>
              </a:ext>
            </a:extLst>
          </p:cNvPr>
          <p:cNvSpPr>
            <a:spLocks noGrp="1"/>
          </p:cNvSpPr>
          <p:nvPr>
            <p:ph sz="quarter" idx="18"/>
          </p:nvPr>
        </p:nvSpPr>
        <p:spPr/>
        <p:txBody>
          <a:bodyPr/>
          <a:lstStyle/>
          <a:p>
            <a:r>
              <a:rPr lang="en-US" dirty="0"/>
              <a:t>Lorem ipsum dolor sit </a:t>
            </a:r>
            <a:r>
              <a:rPr lang="en-US" dirty="0" err="1"/>
              <a:t>amet</a:t>
            </a:r>
            <a:r>
              <a:rPr lang="en-US" dirty="0"/>
              <a:t>, </a:t>
            </a:r>
            <a:r>
              <a:rPr lang="en-US" dirty="0" err="1"/>
              <a:t>consectetur</a:t>
            </a:r>
            <a:endParaRPr lang="en-US" dirty="0"/>
          </a:p>
        </p:txBody>
      </p:sp>
      <p:sp>
        <p:nvSpPr>
          <p:cNvPr id="3" name="Text Placeholder 2">
            <a:extLst>
              <a:ext uri="{FF2B5EF4-FFF2-40B4-BE49-F238E27FC236}">
                <a16:creationId xmlns:a16="http://schemas.microsoft.com/office/drawing/2014/main" id="{C963B425-AE8A-C430-FAAE-0FAF15054B19}"/>
              </a:ext>
            </a:extLst>
          </p:cNvPr>
          <p:cNvSpPr>
            <a:spLocks noGrp="1"/>
          </p:cNvSpPr>
          <p:nvPr>
            <p:ph type="body" sz="quarter" idx="19"/>
          </p:nvPr>
        </p:nvSpPr>
        <p:spPr/>
        <p:txBody>
          <a:bodyPr/>
          <a:lstStyle/>
          <a:p>
            <a:r>
              <a:rPr lang="en-US" sz="1800" dirty="0"/>
              <a:t>Lorem ipsum dolor sit </a:t>
            </a:r>
            <a:r>
              <a:rPr lang="en-US" sz="1800" dirty="0" err="1"/>
              <a:t>amet</a:t>
            </a:r>
            <a:r>
              <a:rPr lang="en-US" sz="1800" dirty="0"/>
              <a:t>, </a:t>
            </a:r>
            <a:r>
              <a:rPr lang="en-US" sz="1800" dirty="0" err="1"/>
              <a:t>consectetur</a:t>
            </a:r>
            <a:r>
              <a:rPr lang="en-US" sz="1800" dirty="0"/>
              <a:t> </a:t>
            </a:r>
            <a:r>
              <a:rPr lang="en-US" sz="1800" dirty="0" err="1"/>
              <a:t>adipiscing</a:t>
            </a:r>
            <a:r>
              <a:rPr lang="en-US" sz="1800" dirty="0"/>
              <a:t> </a:t>
            </a:r>
            <a:r>
              <a:rPr lang="en-US" sz="1800" dirty="0" err="1"/>
              <a:t>elit</a:t>
            </a:r>
            <a:r>
              <a:rPr lang="en-US" sz="1800" dirty="0"/>
              <a:t>, sed do </a:t>
            </a:r>
            <a:r>
              <a:rPr lang="en-US" sz="1800" dirty="0" err="1"/>
              <a:t>eiusmod</a:t>
            </a:r>
            <a:r>
              <a:rPr lang="en-US" sz="1800" dirty="0"/>
              <a:t> </a:t>
            </a:r>
            <a:r>
              <a:rPr lang="en-US" sz="1800" dirty="0" err="1"/>
              <a:t>tempor</a:t>
            </a:r>
            <a:r>
              <a:rPr lang="en-US" sz="1800" dirty="0"/>
              <a:t> </a:t>
            </a:r>
            <a:r>
              <a:rPr lang="en-US" sz="1800" dirty="0" err="1"/>
              <a:t>incididunt</a:t>
            </a:r>
            <a:r>
              <a:rPr lang="en-US" sz="1800" dirty="0"/>
              <a:t> </a:t>
            </a:r>
            <a:r>
              <a:rPr lang="en-US" sz="1800" dirty="0" err="1"/>
              <a:t>ut</a:t>
            </a:r>
            <a:r>
              <a:rPr lang="en-US" sz="1800" dirty="0"/>
              <a:t> labore et dolore magna </a:t>
            </a:r>
            <a:r>
              <a:rPr lang="en-US" sz="1800" dirty="0" err="1"/>
              <a:t>aliqua</a:t>
            </a:r>
            <a:r>
              <a:rPr lang="en-US" sz="1800" dirty="0"/>
              <a:t>. </a:t>
            </a:r>
          </a:p>
          <a:p>
            <a:endParaRPr lang="en-US" sz="1800" dirty="0"/>
          </a:p>
        </p:txBody>
      </p:sp>
      <p:sp>
        <p:nvSpPr>
          <p:cNvPr id="4" name="Content Placeholder 3">
            <a:extLst>
              <a:ext uri="{FF2B5EF4-FFF2-40B4-BE49-F238E27FC236}">
                <a16:creationId xmlns:a16="http://schemas.microsoft.com/office/drawing/2014/main" id="{25DE7E05-11F0-4A67-8029-0FCACB4A3F3A}"/>
              </a:ext>
            </a:extLst>
          </p:cNvPr>
          <p:cNvSpPr>
            <a:spLocks noGrp="1"/>
          </p:cNvSpPr>
          <p:nvPr>
            <p:ph sz="quarter" idx="20"/>
          </p:nvPr>
        </p:nvSpPr>
        <p:spPr/>
        <p:txBody>
          <a:bodyPr/>
          <a:lstStyle/>
          <a:p>
            <a:r>
              <a:rPr lang="en-US" dirty="0"/>
              <a:t>Lorem ipsum dolor sit </a:t>
            </a:r>
            <a:r>
              <a:rPr lang="en-US" dirty="0" err="1"/>
              <a:t>amet</a:t>
            </a:r>
            <a:r>
              <a:rPr lang="en-US" dirty="0"/>
              <a:t>, </a:t>
            </a:r>
            <a:r>
              <a:rPr lang="en-US" dirty="0" err="1"/>
              <a:t>consectetur</a:t>
            </a:r>
            <a:endParaRPr lang="en-US" dirty="0"/>
          </a:p>
        </p:txBody>
      </p:sp>
      <p:sp>
        <p:nvSpPr>
          <p:cNvPr id="9" name="Text Placeholder 8">
            <a:extLst>
              <a:ext uri="{FF2B5EF4-FFF2-40B4-BE49-F238E27FC236}">
                <a16:creationId xmlns:a16="http://schemas.microsoft.com/office/drawing/2014/main" id="{0673B19A-B3A4-C7A5-B0A9-D093A49ACBC6}"/>
              </a:ext>
            </a:extLst>
          </p:cNvPr>
          <p:cNvSpPr>
            <a:spLocks noGrp="1"/>
          </p:cNvSpPr>
          <p:nvPr>
            <p:ph type="body" sz="quarter" idx="21"/>
          </p:nvPr>
        </p:nvSpPr>
        <p:spPr/>
        <p:txBody>
          <a:bodyPr/>
          <a:lstStyle/>
          <a:p>
            <a:r>
              <a:rPr lang="en-US" sz="1800" dirty="0"/>
              <a:t>Lorem ipsum dolor sit </a:t>
            </a:r>
            <a:r>
              <a:rPr lang="en-US" sz="1800" dirty="0" err="1"/>
              <a:t>amet</a:t>
            </a:r>
            <a:r>
              <a:rPr lang="en-US" sz="1800" dirty="0"/>
              <a:t>, </a:t>
            </a:r>
            <a:r>
              <a:rPr lang="en-US" sz="1800" dirty="0" err="1"/>
              <a:t>consectetur</a:t>
            </a:r>
            <a:r>
              <a:rPr lang="en-US" sz="1800" dirty="0"/>
              <a:t> </a:t>
            </a:r>
            <a:r>
              <a:rPr lang="en-US" sz="1800" dirty="0" err="1"/>
              <a:t>adipiscing</a:t>
            </a:r>
            <a:r>
              <a:rPr lang="en-US" sz="1800" dirty="0"/>
              <a:t> </a:t>
            </a:r>
            <a:r>
              <a:rPr lang="en-US" sz="1800" dirty="0" err="1"/>
              <a:t>elit</a:t>
            </a:r>
            <a:r>
              <a:rPr lang="en-US" sz="1800" dirty="0"/>
              <a:t>, sed do </a:t>
            </a:r>
            <a:r>
              <a:rPr lang="en-US" sz="1800" dirty="0" err="1"/>
              <a:t>eiusmod</a:t>
            </a:r>
            <a:r>
              <a:rPr lang="en-US" sz="1800" dirty="0"/>
              <a:t> </a:t>
            </a:r>
            <a:r>
              <a:rPr lang="en-US" sz="1800" dirty="0" err="1"/>
              <a:t>tempor</a:t>
            </a:r>
            <a:r>
              <a:rPr lang="en-US" sz="1800" dirty="0"/>
              <a:t> </a:t>
            </a:r>
            <a:r>
              <a:rPr lang="en-US" sz="1800" dirty="0" err="1"/>
              <a:t>incididunt</a:t>
            </a:r>
            <a:r>
              <a:rPr lang="en-US" sz="1800" dirty="0"/>
              <a:t> </a:t>
            </a:r>
            <a:r>
              <a:rPr lang="en-US" sz="1800" dirty="0" err="1"/>
              <a:t>ut</a:t>
            </a:r>
            <a:r>
              <a:rPr lang="en-US" sz="1800" dirty="0"/>
              <a:t> labore et dolore magna </a:t>
            </a:r>
            <a:r>
              <a:rPr lang="en-US" sz="1800" dirty="0" err="1"/>
              <a:t>aliqua</a:t>
            </a:r>
            <a:r>
              <a:rPr lang="en-US" sz="1800" dirty="0"/>
              <a:t>. </a:t>
            </a:r>
          </a:p>
          <a:p>
            <a:r>
              <a:rPr lang="en-US" sz="1800" dirty="0"/>
              <a:t>Lorem ipsum dolor sit </a:t>
            </a:r>
            <a:r>
              <a:rPr lang="en-US" sz="1800" dirty="0" err="1"/>
              <a:t>amet</a:t>
            </a:r>
            <a:r>
              <a:rPr lang="en-US" sz="1800" dirty="0"/>
              <a:t>, </a:t>
            </a:r>
            <a:r>
              <a:rPr lang="en-US" sz="1800" dirty="0" err="1"/>
              <a:t>consectetur</a:t>
            </a:r>
            <a:r>
              <a:rPr lang="en-US" sz="1800" dirty="0"/>
              <a:t> </a:t>
            </a:r>
            <a:r>
              <a:rPr lang="en-US" sz="1800" dirty="0" err="1"/>
              <a:t>adipiscing</a:t>
            </a:r>
            <a:r>
              <a:rPr lang="en-US" sz="1800" dirty="0"/>
              <a:t> </a:t>
            </a:r>
            <a:r>
              <a:rPr lang="en-US" sz="1800" dirty="0" err="1"/>
              <a:t>elit</a:t>
            </a:r>
            <a:r>
              <a:rPr lang="en-US" sz="1800" dirty="0"/>
              <a:t>, sed do </a:t>
            </a:r>
            <a:r>
              <a:rPr lang="en-US" sz="1800" dirty="0" err="1"/>
              <a:t>eiusmod</a:t>
            </a:r>
            <a:r>
              <a:rPr lang="en-US" sz="1800" dirty="0"/>
              <a:t> </a:t>
            </a:r>
            <a:r>
              <a:rPr lang="en-US" sz="1800" dirty="0" err="1"/>
              <a:t>tempor</a:t>
            </a:r>
            <a:r>
              <a:rPr lang="en-US" sz="1800" dirty="0"/>
              <a:t> </a:t>
            </a:r>
            <a:r>
              <a:rPr lang="en-US" sz="1800" dirty="0" err="1"/>
              <a:t>incididunt</a:t>
            </a:r>
            <a:r>
              <a:rPr lang="en-US" sz="1800" dirty="0"/>
              <a:t> </a:t>
            </a:r>
            <a:r>
              <a:rPr lang="en-US" sz="1800" dirty="0" err="1"/>
              <a:t>ut</a:t>
            </a:r>
            <a:r>
              <a:rPr lang="en-US" sz="1800" dirty="0"/>
              <a:t> labore et dolore magna </a:t>
            </a:r>
            <a:r>
              <a:rPr lang="en-US" sz="1800" dirty="0" err="1"/>
              <a:t>aliqua</a:t>
            </a:r>
            <a:r>
              <a:rPr lang="en-US" sz="1800" dirty="0"/>
              <a:t>. </a:t>
            </a:r>
          </a:p>
          <a:p>
            <a:endParaRPr lang="en-US" sz="1800" dirty="0"/>
          </a:p>
        </p:txBody>
      </p:sp>
      <p:sp>
        <p:nvSpPr>
          <p:cNvPr id="12" name="Slide Number Placeholder 11">
            <a:extLst>
              <a:ext uri="{FF2B5EF4-FFF2-40B4-BE49-F238E27FC236}">
                <a16:creationId xmlns:a16="http://schemas.microsoft.com/office/drawing/2014/main" id="{9D2512DE-8329-00B0-3B34-FF89630EA477}"/>
              </a:ext>
            </a:extLst>
          </p:cNvPr>
          <p:cNvSpPr>
            <a:spLocks noGrp="1"/>
          </p:cNvSpPr>
          <p:nvPr>
            <p:ph type="sldNum" sz="quarter" idx="14"/>
          </p:nvPr>
        </p:nvSpPr>
        <p:spPr/>
        <p:txBody>
          <a:bodyPr/>
          <a:lstStyle/>
          <a:p>
            <a:fld id="{E1134B45-AF8D-4DE1-B6B3-818C9AE12BDB}" type="slidenum">
              <a:rPr lang="en-US" smtClean="0"/>
              <a:pPr/>
              <a:t>36</a:t>
            </a:fld>
            <a:endParaRPr lang="en-US" dirty="0"/>
          </a:p>
        </p:txBody>
      </p:sp>
    </p:spTree>
    <p:extLst>
      <p:ext uri="{BB962C8B-B14F-4D97-AF65-F5344CB8AC3E}">
        <p14:creationId xmlns:p14="http://schemas.microsoft.com/office/powerpoint/2010/main" val="3058964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C5A971-ABBC-ADDF-5710-2C25978F5EE7}"/>
              </a:ext>
            </a:extLst>
          </p:cNvPr>
          <p:cNvSpPr>
            <a:spLocks noGrp="1"/>
          </p:cNvSpPr>
          <p:nvPr>
            <p:ph type="title"/>
          </p:nvPr>
        </p:nvSpPr>
        <p:spPr>
          <a:xfrm>
            <a:off x="462224" y="365126"/>
            <a:ext cx="11267554" cy="477838"/>
          </a:xfrm>
        </p:spPr>
        <p:txBody>
          <a:bodyPr/>
          <a:lstStyle/>
          <a:p>
            <a:r>
              <a:rPr lang="en-US" dirty="0"/>
              <a:t>Four quadrant content layout</a:t>
            </a:r>
          </a:p>
        </p:txBody>
      </p:sp>
      <p:sp>
        <p:nvSpPr>
          <p:cNvPr id="8" name="Text Placeholder 7">
            <a:extLst>
              <a:ext uri="{FF2B5EF4-FFF2-40B4-BE49-F238E27FC236}">
                <a16:creationId xmlns:a16="http://schemas.microsoft.com/office/drawing/2014/main" id="{637C26E7-3D99-28F8-8986-0392D845D9DD}"/>
              </a:ext>
            </a:extLst>
          </p:cNvPr>
          <p:cNvSpPr>
            <a:spLocks noGrp="1"/>
          </p:cNvSpPr>
          <p:nvPr>
            <p:ph type="body" sz="quarter" idx="13"/>
          </p:nvPr>
        </p:nvSpPr>
        <p:spPr>
          <a:xfrm>
            <a:off x="462224" y="842963"/>
            <a:ext cx="11267554" cy="409575"/>
          </a:xfrm>
        </p:spPr>
        <p:txBody>
          <a:bodyPr/>
          <a:lstStyle/>
          <a:p>
            <a:r>
              <a:rPr lang="en-US"/>
              <a:t>Subtitle</a:t>
            </a:r>
          </a:p>
        </p:txBody>
      </p:sp>
      <p:sp>
        <p:nvSpPr>
          <p:cNvPr id="2" name="Text Placeholder 1">
            <a:extLst>
              <a:ext uri="{FF2B5EF4-FFF2-40B4-BE49-F238E27FC236}">
                <a16:creationId xmlns:a16="http://schemas.microsoft.com/office/drawing/2014/main" id="{74FE6522-FEDF-75F5-BB59-6F8E470F3749}"/>
              </a:ext>
            </a:extLst>
          </p:cNvPr>
          <p:cNvSpPr>
            <a:spLocks noGrp="1"/>
          </p:cNvSpPr>
          <p:nvPr>
            <p:ph type="body" sz="quarter" idx="16"/>
          </p:nvPr>
        </p:nvSpPr>
        <p:spPr>
          <a:xfrm>
            <a:off x="462224" y="1646238"/>
            <a:ext cx="5361706" cy="1903225"/>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3" name="Text Placeholder 2">
            <a:extLst>
              <a:ext uri="{FF2B5EF4-FFF2-40B4-BE49-F238E27FC236}">
                <a16:creationId xmlns:a16="http://schemas.microsoft.com/office/drawing/2014/main" id="{C963B425-AE8A-C430-FAAE-0FAF15054B19}"/>
              </a:ext>
            </a:extLst>
          </p:cNvPr>
          <p:cNvSpPr>
            <a:spLocks noGrp="1"/>
          </p:cNvSpPr>
          <p:nvPr>
            <p:ph type="body" sz="quarter" idx="17"/>
          </p:nvPr>
        </p:nvSpPr>
        <p:spPr>
          <a:xfrm>
            <a:off x="6368070" y="1646238"/>
            <a:ext cx="5361706" cy="1903225"/>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9" name="Text Placeholder 8">
            <a:extLst>
              <a:ext uri="{FF2B5EF4-FFF2-40B4-BE49-F238E27FC236}">
                <a16:creationId xmlns:a16="http://schemas.microsoft.com/office/drawing/2014/main" id="{0673B19A-B3A4-C7A5-B0A9-D093A49ACBC6}"/>
              </a:ext>
            </a:extLst>
          </p:cNvPr>
          <p:cNvSpPr>
            <a:spLocks noGrp="1"/>
          </p:cNvSpPr>
          <p:nvPr>
            <p:ph type="body" sz="quarter" idx="18"/>
          </p:nvPr>
        </p:nvSpPr>
        <p:spPr>
          <a:xfrm>
            <a:off x="467248" y="4017685"/>
            <a:ext cx="5361706" cy="1903225"/>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6" name="Content Placeholder 5">
            <a:extLst>
              <a:ext uri="{FF2B5EF4-FFF2-40B4-BE49-F238E27FC236}">
                <a16:creationId xmlns:a16="http://schemas.microsoft.com/office/drawing/2014/main" id="{E5758B7C-7429-FF86-EF8F-D62C2F7107C0}"/>
              </a:ext>
            </a:extLst>
          </p:cNvPr>
          <p:cNvSpPr>
            <a:spLocks noGrp="1"/>
          </p:cNvSpPr>
          <p:nvPr>
            <p:ph type="body" sz="quarter" idx="19"/>
          </p:nvPr>
        </p:nvSpPr>
        <p:spPr>
          <a:xfrm>
            <a:off x="6373094" y="4017685"/>
            <a:ext cx="5361706" cy="1903225"/>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16" name="Slide Number Placeholder 15">
            <a:extLst>
              <a:ext uri="{FF2B5EF4-FFF2-40B4-BE49-F238E27FC236}">
                <a16:creationId xmlns:a16="http://schemas.microsoft.com/office/drawing/2014/main" id="{EA265156-2B51-090D-FD3F-6A953EC07D63}"/>
              </a:ext>
            </a:extLst>
          </p:cNvPr>
          <p:cNvSpPr>
            <a:spLocks noGrp="1"/>
          </p:cNvSpPr>
          <p:nvPr>
            <p:ph type="sldNum" sz="quarter" idx="14"/>
          </p:nvPr>
        </p:nvSpPr>
        <p:spPr/>
        <p:txBody>
          <a:bodyPr/>
          <a:lstStyle/>
          <a:p>
            <a:fld id="{E1134B45-AF8D-4DE1-B6B3-818C9AE12BDB}" type="slidenum">
              <a:rPr lang="en-US" smtClean="0"/>
              <a:pPr/>
              <a:t>37</a:t>
            </a:fld>
            <a:endParaRPr lang="en-US" dirty="0"/>
          </a:p>
        </p:txBody>
      </p:sp>
    </p:spTree>
    <p:extLst>
      <p:ext uri="{BB962C8B-B14F-4D97-AF65-F5344CB8AC3E}">
        <p14:creationId xmlns:p14="http://schemas.microsoft.com/office/powerpoint/2010/main" val="4350441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B59129B-1D8F-F9AA-1B51-36F9F55D9C5A}"/>
              </a:ext>
              <a:ext uri="{C183D7F6-B498-43B3-948B-1728B52AA6E4}">
                <adec:decorative xmlns:adec="http://schemas.microsoft.com/office/drawing/2017/decorative" val="1"/>
              </a:ext>
            </a:extLst>
          </p:cNvPr>
          <p:cNvSpPr>
            <a:spLocks noGrp="1"/>
          </p:cNvSpPr>
          <p:nvPr>
            <p:ph type="pic" sz="quarter" idx="12"/>
          </p:nvPr>
        </p:nvSpPr>
        <p:spPr/>
        <p:txBody>
          <a:bodyPr/>
          <a:lstStyle/>
          <a:p>
            <a:endParaRPr lang="en-US"/>
          </a:p>
        </p:txBody>
      </p:sp>
      <p:sp>
        <p:nvSpPr>
          <p:cNvPr id="4" name="Title 3">
            <a:extLst>
              <a:ext uri="{FF2B5EF4-FFF2-40B4-BE49-F238E27FC236}">
                <a16:creationId xmlns:a16="http://schemas.microsoft.com/office/drawing/2014/main" id="{83DD5C88-B3A5-0539-793E-B858C471130F}"/>
              </a:ext>
            </a:extLst>
          </p:cNvPr>
          <p:cNvSpPr>
            <a:spLocks noGrp="1"/>
          </p:cNvSpPr>
          <p:nvPr>
            <p:ph type="title"/>
          </p:nvPr>
        </p:nvSpPr>
        <p:spPr>
          <a:xfrm>
            <a:off x="2926080" y="365125"/>
            <a:ext cx="8803698" cy="720097"/>
          </a:xfrm>
        </p:spPr>
        <p:txBody>
          <a:bodyPr/>
          <a:lstStyle/>
          <a:p>
            <a:r>
              <a:rPr lang="en-US" dirty="0"/>
              <a:t>Title and small photo layout</a:t>
            </a:r>
          </a:p>
        </p:txBody>
      </p:sp>
      <p:sp>
        <p:nvSpPr>
          <p:cNvPr id="6" name="Text Placeholder 5">
            <a:extLst>
              <a:ext uri="{FF2B5EF4-FFF2-40B4-BE49-F238E27FC236}">
                <a16:creationId xmlns:a16="http://schemas.microsoft.com/office/drawing/2014/main" id="{75404D68-46B8-3871-7130-01528E64D998}"/>
              </a:ext>
            </a:extLst>
          </p:cNvPr>
          <p:cNvSpPr>
            <a:spLocks noGrp="1"/>
          </p:cNvSpPr>
          <p:nvPr>
            <p:ph type="body" sz="quarter" idx="13"/>
          </p:nvPr>
        </p:nvSpPr>
        <p:spPr>
          <a:xfrm>
            <a:off x="2925763" y="1295400"/>
            <a:ext cx="8809037" cy="4724400"/>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r>
              <a:rPr lang="en-US" dirty="0"/>
              <a:t>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a:p>
            <a:endParaRPr lang="en-US" dirty="0"/>
          </a:p>
        </p:txBody>
      </p:sp>
      <p:sp>
        <p:nvSpPr>
          <p:cNvPr id="10" name="Slide Number Placeholder 9">
            <a:extLst>
              <a:ext uri="{FF2B5EF4-FFF2-40B4-BE49-F238E27FC236}">
                <a16:creationId xmlns:a16="http://schemas.microsoft.com/office/drawing/2014/main" id="{DE05338C-1801-DD13-D774-69DDB2846F49}"/>
              </a:ext>
            </a:extLst>
          </p:cNvPr>
          <p:cNvSpPr>
            <a:spLocks noGrp="1"/>
          </p:cNvSpPr>
          <p:nvPr>
            <p:ph type="sldNum" sz="quarter" idx="14"/>
          </p:nvPr>
        </p:nvSpPr>
        <p:spPr/>
        <p:txBody>
          <a:bodyPr/>
          <a:lstStyle/>
          <a:p>
            <a:fld id="{E1134B45-AF8D-4DE1-B6B3-818C9AE12BDB}" type="slidenum">
              <a:rPr lang="en-US" smtClean="0"/>
              <a:pPr/>
              <a:t>38</a:t>
            </a:fld>
            <a:endParaRPr lang="en-US" dirty="0"/>
          </a:p>
        </p:txBody>
      </p:sp>
    </p:spTree>
    <p:extLst>
      <p:ext uri="{BB962C8B-B14F-4D97-AF65-F5344CB8AC3E}">
        <p14:creationId xmlns:p14="http://schemas.microsoft.com/office/powerpoint/2010/main" val="1921851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5F48D5-87F6-98E7-3AC9-B77E1021612C}"/>
              </a:ext>
            </a:extLst>
          </p:cNvPr>
          <p:cNvSpPr>
            <a:spLocks noGrp="1"/>
          </p:cNvSpPr>
          <p:nvPr>
            <p:ph type="title"/>
          </p:nvPr>
        </p:nvSpPr>
        <p:spPr>
          <a:xfrm>
            <a:off x="462223" y="365125"/>
            <a:ext cx="11267554" cy="720097"/>
          </a:xfrm>
        </p:spPr>
        <p:txBody>
          <a:bodyPr/>
          <a:lstStyle/>
          <a:p>
            <a:r>
              <a:rPr lang="en-US" dirty="0"/>
              <a:t>Table sample</a:t>
            </a:r>
          </a:p>
        </p:txBody>
      </p:sp>
      <p:graphicFrame>
        <p:nvGraphicFramePr>
          <p:cNvPr id="4" name="Table 3">
            <a:extLst>
              <a:ext uri="{FF2B5EF4-FFF2-40B4-BE49-F238E27FC236}">
                <a16:creationId xmlns:a16="http://schemas.microsoft.com/office/drawing/2014/main" id="{B391599D-6ED6-CBFE-6C36-5501A551280F}"/>
              </a:ext>
            </a:extLst>
          </p:cNvPr>
          <p:cNvGraphicFramePr>
            <a:graphicFrameLocks noGrp="1"/>
          </p:cNvGraphicFramePr>
          <p:nvPr>
            <p:extLst>
              <p:ext uri="{D42A27DB-BD31-4B8C-83A1-F6EECF244321}">
                <p14:modId xmlns:p14="http://schemas.microsoft.com/office/powerpoint/2010/main" val="2255590397"/>
              </p:ext>
            </p:extLst>
          </p:nvPr>
        </p:nvGraphicFramePr>
        <p:xfrm>
          <a:off x="829733" y="1508555"/>
          <a:ext cx="4876800" cy="4079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377393223"/>
                    </a:ext>
                  </a:extLst>
                </a:gridCol>
                <a:gridCol w="1625600">
                  <a:extLst>
                    <a:ext uri="{9D8B030D-6E8A-4147-A177-3AD203B41FA5}">
                      <a16:colId xmlns:a16="http://schemas.microsoft.com/office/drawing/2014/main" val="2003047617"/>
                    </a:ext>
                  </a:extLst>
                </a:gridCol>
                <a:gridCol w="1625600">
                  <a:extLst>
                    <a:ext uri="{9D8B030D-6E8A-4147-A177-3AD203B41FA5}">
                      <a16:colId xmlns:a16="http://schemas.microsoft.com/office/drawing/2014/main" val="514916479"/>
                    </a:ext>
                  </a:extLst>
                </a:gridCol>
              </a:tblGrid>
              <a:tr h="370840">
                <a:tc>
                  <a:txBody>
                    <a:bodyPr/>
                    <a:lstStyle/>
                    <a:p>
                      <a:pPr algn="ctr"/>
                      <a:r>
                        <a:rPr lang="en-US" sz="1400" b="1" dirty="0">
                          <a:latin typeface="+mn-lt"/>
                        </a:rPr>
                        <a:t>Table Header</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mn-lt"/>
                          <a:ea typeface="+mn-ea"/>
                          <a:cs typeface="+mn-cs"/>
                        </a:rPr>
                        <a:t>Table Header</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mn-lt"/>
                          <a:ea typeface="+mn-ea"/>
                          <a:cs typeface="+mn-cs"/>
                        </a:rPr>
                        <a:t>Table Header</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3720416720"/>
                  </a:ext>
                </a:extLst>
              </a:tr>
              <a:tr h="370840">
                <a:tc>
                  <a:txBody>
                    <a:bodyPr/>
                    <a:lstStyle/>
                    <a:p>
                      <a:pPr algn="ctr"/>
                      <a:r>
                        <a:rPr lang="en-US" sz="1400" dirty="0">
                          <a:latin typeface="+mn-lt"/>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2421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3384218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Table text</a:t>
                      </a:r>
                      <a:endParaRPr kumimoji="0" lang="en-US" sz="1400" b="0" i="0" u="none" strike="noStrike" kern="1200" cap="none" spc="0" normalizeH="0" baseline="0" noProof="0" dirty="0">
                        <a:ln>
                          <a:noFill/>
                        </a:ln>
                        <a:solidFill>
                          <a:srgbClr val="000000"/>
                        </a:solidFill>
                        <a:effectLst/>
                        <a:uLnTx/>
                        <a:uFillTx/>
                        <a:latin typeface="+mn-lt"/>
                        <a:ea typeface="+mn-ea"/>
                        <a:cs typeface="+mn-cs"/>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5727275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6583462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Table text</a:t>
                      </a:r>
                      <a:endParaRPr kumimoji="0" lang="en-US" sz="1400" b="0" i="0" u="none" strike="noStrike" kern="1200" cap="none" spc="0" normalizeH="0" baseline="0" noProof="0" dirty="0">
                        <a:ln>
                          <a:noFill/>
                        </a:ln>
                        <a:solidFill>
                          <a:srgbClr val="000000"/>
                        </a:solidFill>
                        <a:effectLst/>
                        <a:uLnTx/>
                        <a:uFillTx/>
                        <a:latin typeface="+mn-lt"/>
                        <a:ea typeface="+mn-ea"/>
                        <a:cs typeface="+mn-cs"/>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5705391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250444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Table text</a:t>
                      </a:r>
                      <a:endParaRPr kumimoji="0" lang="en-US" sz="1400" b="0" i="0" u="none" strike="noStrike" kern="1200" cap="none" spc="0" normalizeH="0" baseline="0" noProof="0" dirty="0">
                        <a:ln>
                          <a:noFill/>
                        </a:ln>
                        <a:solidFill>
                          <a:srgbClr val="000000"/>
                        </a:solidFill>
                        <a:effectLst/>
                        <a:uLnTx/>
                        <a:uFillTx/>
                        <a:latin typeface="+mn-lt"/>
                        <a:ea typeface="+mn-ea"/>
                        <a:cs typeface="+mn-cs"/>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307663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263554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Table text</a:t>
                      </a:r>
                      <a:endParaRPr kumimoji="0" lang="en-US" sz="1400" b="0" i="0" u="none" strike="noStrike" kern="1200" cap="none" spc="0" normalizeH="0" baseline="0" noProof="0" dirty="0">
                        <a:ln>
                          <a:noFill/>
                        </a:ln>
                        <a:solidFill>
                          <a:srgbClr val="000000"/>
                        </a:solidFill>
                        <a:effectLst/>
                        <a:uLnTx/>
                        <a:uFillTx/>
                        <a:latin typeface="+mn-lt"/>
                        <a:ea typeface="+mn-ea"/>
                        <a:cs typeface="+mn-cs"/>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4259976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50699945"/>
                  </a:ext>
                </a:extLst>
              </a:tr>
            </a:tbl>
          </a:graphicData>
        </a:graphic>
      </p:graphicFrame>
      <p:graphicFrame>
        <p:nvGraphicFramePr>
          <p:cNvPr id="5" name="Table 4">
            <a:extLst>
              <a:ext uri="{FF2B5EF4-FFF2-40B4-BE49-F238E27FC236}">
                <a16:creationId xmlns:a16="http://schemas.microsoft.com/office/drawing/2014/main" id="{E1834A6D-1917-0CA6-6171-BAC21DE39071}"/>
              </a:ext>
            </a:extLst>
          </p:cNvPr>
          <p:cNvGraphicFramePr>
            <a:graphicFrameLocks noGrp="1"/>
          </p:cNvGraphicFramePr>
          <p:nvPr>
            <p:extLst>
              <p:ext uri="{D42A27DB-BD31-4B8C-83A1-F6EECF244321}">
                <p14:modId xmlns:p14="http://schemas.microsoft.com/office/powerpoint/2010/main" val="1497604697"/>
              </p:ext>
            </p:extLst>
          </p:nvPr>
        </p:nvGraphicFramePr>
        <p:xfrm>
          <a:off x="6485469" y="1508555"/>
          <a:ext cx="4876800" cy="4079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377393223"/>
                    </a:ext>
                  </a:extLst>
                </a:gridCol>
                <a:gridCol w="1625600">
                  <a:extLst>
                    <a:ext uri="{9D8B030D-6E8A-4147-A177-3AD203B41FA5}">
                      <a16:colId xmlns:a16="http://schemas.microsoft.com/office/drawing/2014/main" val="2003047617"/>
                    </a:ext>
                  </a:extLst>
                </a:gridCol>
                <a:gridCol w="1625600">
                  <a:extLst>
                    <a:ext uri="{9D8B030D-6E8A-4147-A177-3AD203B41FA5}">
                      <a16:colId xmlns:a16="http://schemas.microsoft.com/office/drawing/2014/main" val="514916479"/>
                    </a:ext>
                  </a:extLst>
                </a:gridCol>
              </a:tblGrid>
              <a:tr h="370840">
                <a:tc>
                  <a:txBody>
                    <a:bodyPr/>
                    <a:lstStyle/>
                    <a:p>
                      <a:pPr algn="ctr"/>
                      <a:r>
                        <a:rPr lang="en-US" sz="1400" b="1" dirty="0">
                          <a:solidFill>
                            <a:schemeClr val="bg2"/>
                          </a:solidFill>
                          <a:latin typeface="+mn-lt"/>
                        </a:rPr>
                        <a:t>Table Header</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2"/>
                          </a:solidFill>
                          <a:effectLst/>
                          <a:uLnTx/>
                          <a:uFillTx/>
                          <a:latin typeface="+mn-lt"/>
                          <a:ea typeface="+mn-ea"/>
                          <a:cs typeface="+mn-cs"/>
                        </a:rPr>
                        <a:t>Table Header</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2"/>
                          </a:solidFill>
                          <a:effectLst/>
                          <a:uLnTx/>
                          <a:uFillTx/>
                          <a:latin typeface="+mn-lt"/>
                          <a:ea typeface="+mn-ea"/>
                          <a:cs typeface="+mn-cs"/>
                        </a:rPr>
                        <a:t>Table Header</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720416720"/>
                  </a:ext>
                </a:extLst>
              </a:tr>
              <a:tr h="370840">
                <a:tc>
                  <a:txBody>
                    <a:bodyPr/>
                    <a:lstStyle/>
                    <a:p>
                      <a:pPr algn="ctr"/>
                      <a:r>
                        <a:rPr lang="en-US" sz="1400" dirty="0">
                          <a:latin typeface="+mn-lt"/>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2"/>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2"/>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2"/>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2421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3384218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Table text</a:t>
                      </a:r>
                      <a:endParaRPr kumimoji="0" lang="en-US" sz="1400" b="0" i="0" u="none" strike="noStrike" kern="1200" cap="none" spc="0" normalizeH="0" baseline="0" noProof="0" dirty="0">
                        <a:ln>
                          <a:noFill/>
                        </a:ln>
                        <a:solidFill>
                          <a:srgbClr val="000000"/>
                        </a:solidFill>
                        <a:effectLst/>
                        <a:uLnTx/>
                        <a:uFillTx/>
                        <a:latin typeface="+mn-lt"/>
                        <a:ea typeface="+mn-ea"/>
                        <a:cs typeface="+mn-cs"/>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5727275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6583462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Table text</a:t>
                      </a:r>
                      <a:endParaRPr kumimoji="0" lang="en-US" sz="1400" b="0" i="0" u="none" strike="noStrike" kern="1200" cap="none" spc="0" normalizeH="0" baseline="0" noProof="0" dirty="0">
                        <a:ln>
                          <a:noFill/>
                        </a:ln>
                        <a:solidFill>
                          <a:srgbClr val="000000"/>
                        </a:solidFill>
                        <a:effectLst/>
                        <a:uLnTx/>
                        <a:uFillTx/>
                        <a:latin typeface="+mn-lt"/>
                        <a:ea typeface="+mn-ea"/>
                        <a:cs typeface="+mn-cs"/>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5705391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250444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Table text</a:t>
                      </a:r>
                      <a:endParaRPr kumimoji="0" lang="en-US" sz="1400" b="0" i="0" u="none" strike="noStrike" kern="1200" cap="none" spc="0" normalizeH="0" baseline="0" noProof="0" dirty="0">
                        <a:ln>
                          <a:noFill/>
                        </a:ln>
                        <a:solidFill>
                          <a:srgbClr val="000000"/>
                        </a:solidFill>
                        <a:effectLst/>
                        <a:uLnTx/>
                        <a:uFillTx/>
                        <a:latin typeface="+mn-lt"/>
                        <a:ea typeface="+mn-ea"/>
                        <a:cs typeface="+mn-cs"/>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307663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2635549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Table text</a:t>
                      </a:r>
                      <a:endParaRPr kumimoji="0" lang="en-US" sz="1400" b="0" i="0" u="none" strike="noStrike" kern="1200" cap="none" spc="0" normalizeH="0" baseline="0" noProof="0" dirty="0">
                        <a:ln>
                          <a:noFill/>
                        </a:ln>
                        <a:solidFill>
                          <a:srgbClr val="000000"/>
                        </a:solidFill>
                        <a:effectLst/>
                        <a:uLnTx/>
                        <a:uFillTx/>
                        <a:latin typeface="+mn-lt"/>
                        <a:ea typeface="+mn-ea"/>
                        <a:cs typeface="+mn-cs"/>
                      </a:endParaRP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4259976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n-lt"/>
                          <a:ea typeface="+mn-ea"/>
                          <a:cs typeface="+mn-cs"/>
                        </a:rPr>
                        <a:t>Table text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50699945"/>
                  </a:ext>
                </a:extLst>
              </a:tr>
            </a:tbl>
          </a:graphicData>
        </a:graphic>
      </p:graphicFrame>
      <p:sp>
        <p:nvSpPr>
          <p:cNvPr id="3" name="Slide Number Placeholder 2">
            <a:extLst>
              <a:ext uri="{FF2B5EF4-FFF2-40B4-BE49-F238E27FC236}">
                <a16:creationId xmlns:a16="http://schemas.microsoft.com/office/drawing/2014/main" id="{B41E05F8-4F0C-FE9C-04A2-443EDA28A301}"/>
              </a:ext>
            </a:extLst>
          </p:cNvPr>
          <p:cNvSpPr>
            <a:spLocks noGrp="1"/>
          </p:cNvSpPr>
          <p:nvPr>
            <p:ph type="sldNum" sz="quarter" idx="10"/>
          </p:nvPr>
        </p:nvSpPr>
        <p:spPr/>
        <p:txBody>
          <a:bodyPr/>
          <a:lstStyle/>
          <a:p>
            <a:fld id="{E1134B45-AF8D-4DE1-B6B3-818C9AE12BDB}" type="slidenum">
              <a:rPr lang="en-US" smtClean="0"/>
              <a:pPr/>
              <a:t>39</a:t>
            </a:fld>
            <a:endParaRPr lang="en-US" dirty="0"/>
          </a:p>
        </p:txBody>
      </p:sp>
    </p:spTree>
    <p:extLst>
      <p:ext uri="{BB962C8B-B14F-4D97-AF65-F5344CB8AC3E}">
        <p14:creationId xmlns:p14="http://schemas.microsoft.com/office/powerpoint/2010/main" val="2306192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5F48D5-87F6-98E7-3AC9-B77E1021612C}"/>
              </a:ext>
            </a:extLst>
          </p:cNvPr>
          <p:cNvSpPr>
            <a:spLocks noGrp="1"/>
          </p:cNvSpPr>
          <p:nvPr>
            <p:ph type="title"/>
          </p:nvPr>
        </p:nvSpPr>
        <p:spPr>
          <a:xfrm>
            <a:off x="462223" y="365125"/>
            <a:ext cx="11267554" cy="720097"/>
          </a:xfrm>
        </p:spPr>
        <p:txBody>
          <a:bodyPr/>
          <a:lstStyle/>
          <a:p>
            <a:r>
              <a:rPr lang="en-US" dirty="0"/>
              <a:t>Chart sample</a:t>
            </a:r>
          </a:p>
        </p:txBody>
      </p:sp>
      <p:graphicFrame>
        <p:nvGraphicFramePr>
          <p:cNvPr id="2" name="Chart 1" descr="Sample bar chart layout">
            <a:extLst>
              <a:ext uri="{FF2B5EF4-FFF2-40B4-BE49-F238E27FC236}">
                <a16:creationId xmlns:a16="http://schemas.microsoft.com/office/drawing/2014/main" id="{3622433C-E62D-4BB9-CA83-E9F35C12A4E2}"/>
              </a:ext>
            </a:extLst>
          </p:cNvPr>
          <p:cNvGraphicFramePr/>
          <p:nvPr>
            <p:extLst>
              <p:ext uri="{D42A27DB-BD31-4B8C-83A1-F6EECF244321}">
                <p14:modId xmlns:p14="http://schemas.microsoft.com/office/powerpoint/2010/main" val="125450064"/>
              </p:ext>
            </p:extLst>
          </p:nvPr>
        </p:nvGraphicFramePr>
        <p:xfrm>
          <a:off x="383510" y="1360448"/>
          <a:ext cx="11424979" cy="4204329"/>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55749E32-D074-1363-7D06-90313C6E9BB4}"/>
              </a:ext>
            </a:extLst>
          </p:cNvPr>
          <p:cNvSpPr>
            <a:spLocks noGrp="1"/>
          </p:cNvSpPr>
          <p:nvPr>
            <p:ph type="sldNum" sz="quarter" idx="10"/>
          </p:nvPr>
        </p:nvSpPr>
        <p:spPr/>
        <p:txBody>
          <a:bodyPr/>
          <a:lstStyle/>
          <a:p>
            <a:fld id="{E1134B45-AF8D-4DE1-B6B3-818C9AE12BDB}" type="slidenum">
              <a:rPr lang="en-US" smtClean="0"/>
              <a:pPr/>
              <a:t>40</a:t>
            </a:fld>
            <a:endParaRPr lang="en-US" dirty="0"/>
          </a:p>
        </p:txBody>
      </p:sp>
    </p:spTree>
    <p:extLst>
      <p:ext uri="{BB962C8B-B14F-4D97-AF65-F5344CB8AC3E}">
        <p14:creationId xmlns:p14="http://schemas.microsoft.com/office/powerpoint/2010/main" val="205506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FC1F2B-A7F7-2CCC-B55B-D863CBD8DA6B}"/>
              </a:ext>
            </a:extLst>
          </p:cNvPr>
          <p:cNvSpPr>
            <a:spLocks noGrp="1"/>
          </p:cNvSpPr>
          <p:nvPr>
            <p:ph type="title"/>
          </p:nvPr>
        </p:nvSpPr>
        <p:spPr>
          <a:xfrm>
            <a:off x="462223" y="365125"/>
            <a:ext cx="11267554" cy="720097"/>
          </a:xfrm>
        </p:spPr>
        <p:txBody>
          <a:bodyPr/>
          <a:lstStyle/>
          <a:p>
            <a:r>
              <a:rPr lang="en-US" dirty="0"/>
              <a:t>Data content</a:t>
            </a:r>
          </a:p>
        </p:txBody>
      </p:sp>
      <p:sp>
        <p:nvSpPr>
          <p:cNvPr id="5" name="Text Placeholder 4">
            <a:extLst>
              <a:ext uri="{FF2B5EF4-FFF2-40B4-BE49-F238E27FC236}">
                <a16:creationId xmlns:a16="http://schemas.microsoft.com/office/drawing/2014/main" id="{6988AABB-F372-8969-1A99-9A5E53783824}"/>
              </a:ext>
            </a:extLst>
          </p:cNvPr>
          <p:cNvSpPr>
            <a:spLocks noGrp="1"/>
          </p:cNvSpPr>
          <p:nvPr>
            <p:ph type="body" sz="quarter" idx="13"/>
          </p:nvPr>
        </p:nvSpPr>
        <p:spPr>
          <a:xfrm>
            <a:off x="462223" y="842963"/>
            <a:ext cx="11267554" cy="409575"/>
          </a:xfrm>
        </p:spPr>
        <p:txBody>
          <a:bodyPr/>
          <a:lstStyle/>
          <a:p>
            <a:r>
              <a:rPr lang="en-US" dirty="0"/>
              <a:t>Subtitle</a:t>
            </a:r>
          </a:p>
        </p:txBody>
      </p:sp>
      <p:sp>
        <p:nvSpPr>
          <p:cNvPr id="6" name="Text Placeholder 5">
            <a:extLst>
              <a:ext uri="{FF2B5EF4-FFF2-40B4-BE49-F238E27FC236}">
                <a16:creationId xmlns:a16="http://schemas.microsoft.com/office/drawing/2014/main" id="{904FE594-F016-39D9-9A0B-026AEA0EC951}"/>
              </a:ext>
            </a:extLst>
          </p:cNvPr>
          <p:cNvSpPr>
            <a:spLocks noGrp="1"/>
          </p:cNvSpPr>
          <p:nvPr>
            <p:ph type="body" sz="quarter" idx="38"/>
          </p:nvPr>
        </p:nvSpPr>
        <p:spPr>
          <a:xfrm>
            <a:off x="462223" y="1946275"/>
            <a:ext cx="7161559" cy="584200"/>
          </a:xfrm>
        </p:spPr>
        <p:txBody>
          <a:bodyPr/>
          <a:lstStyle/>
          <a:p>
            <a:r>
              <a:rPr lang="en-US" dirty="0"/>
              <a:t>Lorem ipsum dolor sit </a:t>
            </a:r>
            <a:r>
              <a:rPr lang="en-US" dirty="0" err="1"/>
              <a:t>amet</a:t>
            </a:r>
            <a:endParaRPr lang="en-US" dirty="0"/>
          </a:p>
        </p:txBody>
      </p:sp>
      <p:sp>
        <p:nvSpPr>
          <p:cNvPr id="19" name="Text Placeholder 18">
            <a:extLst>
              <a:ext uri="{FF2B5EF4-FFF2-40B4-BE49-F238E27FC236}">
                <a16:creationId xmlns:a16="http://schemas.microsoft.com/office/drawing/2014/main" id="{9FE60EDE-0E54-7F03-3B83-C7672CAEA810}"/>
              </a:ext>
            </a:extLst>
          </p:cNvPr>
          <p:cNvSpPr>
            <a:spLocks noGrp="1"/>
          </p:cNvSpPr>
          <p:nvPr>
            <p:ph type="body" sz="quarter" idx="40"/>
          </p:nvPr>
        </p:nvSpPr>
        <p:spPr>
          <a:xfrm>
            <a:off x="908682" y="2912884"/>
            <a:ext cx="2533982" cy="538608"/>
          </a:xfrm>
        </p:spPr>
        <p:txBody>
          <a:bodyPr/>
          <a:lstStyle/>
          <a:p>
            <a:r>
              <a:rPr lang="en-US" dirty="0"/>
              <a:t>11%</a:t>
            </a:r>
          </a:p>
        </p:txBody>
      </p:sp>
      <p:sp>
        <p:nvSpPr>
          <p:cNvPr id="18" name="Text Placeholder 17">
            <a:extLst>
              <a:ext uri="{FF2B5EF4-FFF2-40B4-BE49-F238E27FC236}">
                <a16:creationId xmlns:a16="http://schemas.microsoft.com/office/drawing/2014/main" id="{4456EF02-5462-569C-7F9C-629EB3147864}"/>
              </a:ext>
            </a:extLst>
          </p:cNvPr>
          <p:cNvSpPr>
            <a:spLocks noGrp="1"/>
          </p:cNvSpPr>
          <p:nvPr>
            <p:ph type="body" sz="quarter" idx="39"/>
          </p:nvPr>
        </p:nvSpPr>
        <p:spPr>
          <a:xfrm>
            <a:off x="908682" y="3458313"/>
            <a:ext cx="2533982" cy="538608"/>
          </a:xfrm>
        </p:spPr>
        <p:txBody>
          <a:bodyPr/>
          <a:lstStyle/>
          <a:p>
            <a:r>
              <a:rPr lang="en-US" dirty="0"/>
              <a:t>Lorem ipsum dolor sit </a:t>
            </a:r>
            <a:r>
              <a:rPr lang="en-US" dirty="0" err="1"/>
              <a:t>amet</a:t>
            </a:r>
            <a:endParaRPr lang="en-US" dirty="0"/>
          </a:p>
        </p:txBody>
      </p:sp>
      <p:sp>
        <p:nvSpPr>
          <p:cNvPr id="21" name="Text Placeholder 20">
            <a:extLst>
              <a:ext uri="{FF2B5EF4-FFF2-40B4-BE49-F238E27FC236}">
                <a16:creationId xmlns:a16="http://schemas.microsoft.com/office/drawing/2014/main" id="{169563C7-22E6-9341-998F-858F16665FA4}"/>
              </a:ext>
            </a:extLst>
          </p:cNvPr>
          <p:cNvSpPr>
            <a:spLocks noGrp="1"/>
          </p:cNvSpPr>
          <p:nvPr>
            <p:ph type="body" sz="quarter" idx="42"/>
          </p:nvPr>
        </p:nvSpPr>
        <p:spPr>
          <a:xfrm>
            <a:off x="4977745" y="2912046"/>
            <a:ext cx="2533982" cy="538608"/>
          </a:xfrm>
        </p:spPr>
        <p:txBody>
          <a:bodyPr/>
          <a:lstStyle/>
          <a:p>
            <a:r>
              <a:rPr lang="en-US" dirty="0"/>
              <a:t>$1,111</a:t>
            </a:r>
          </a:p>
        </p:txBody>
      </p:sp>
      <p:sp>
        <p:nvSpPr>
          <p:cNvPr id="20" name="Text Placeholder 19">
            <a:extLst>
              <a:ext uri="{FF2B5EF4-FFF2-40B4-BE49-F238E27FC236}">
                <a16:creationId xmlns:a16="http://schemas.microsoft.com/office/drawing/2014/main" id="{7286172C-0DD5-DE00-F17F-8675FD7D1737}"/>
              </a:ext>
            </a:extLst>
          </p:cNvPr>
          <p:cNvSpPr>
            <a:spLocks noGrp="1"/>
          </p:cNvSpPr>
          <p:nvPr>
            <p:ph type="body" sz="quarter" idx="41"/>
          </p:nvPr>
        </p:nvSpPr>
        <p:spPr>
          <a:xfrm>
            <a:off x="4977745" y="3457475"/>
            <a:ext cx="2533982" cy="538608"/>
          </a:xfrm>
        </p:spPr>
        <p:txBody>
          <a:bodyPr/>
          <a:lstStyle/>
          <a:p>
            <a:r>
              <a:rPr lang="en-US" dirty="0"/>
              <a:t>Lorem ipsum dolor sit </a:t>
            </a:r>
            <a:r>
              <a:rPr lang="en-US" dirty="0" err="1"/>
              <a:t>amet</a:t>
            </a:r>
            <a:endParaRPr lang="en-US" dirty="0"/>
          </a:p>
        </p:txBody>
      </p:sp>
      <p:sp>
        <p:nvSpPr>
          <p:cNvPr id="23" name="Text Placeholder 22">
            <a:extLst>
              <a:ext uri="{FF2B5EF4-FFF2-40B4-BE49-F238E27FC236}">
                <a16:creationId xmlns:a16="http://schemas.microsoft.com/office/drawing/2014/main" id="{DE4EF545-5008-C554-5D0F-45FB2D362A06}"/>
              </a:ext>
            </a:extLst>
          </p:cNvPr>
          <p:cNvSpPr>
            <a:spLocks noGrp="1"/>
          </p:cNvSpPr>
          <p:nvPr>
            <p:ph type="body" sz="quarter" idx="44"/>
          </p:nvPr>
        </p:nvSpPr>
        <p:spPr>
          <a:xfrm>
            <a:off x="8941928" y="2912045"/>
            <a:ext cx="2533982" cy="538608"/>
          </a:xfrm>
        </p:spPr>
        <p:txBody>
          <a:bodyPr/>
          <a:lstStyle/>
          <a:p>
            <a:r>
              <a:rPr lang="en-US" dirty="0"/>
              <a:t>1 billion</a:t>
            </a:r>
          </a:p>
        </p:txBody>
      </p:sp>
      <p:sp>
        <p:nvSpPr>
          <p:cNvPr id="22" name="Text Placeholder 21">
            <a:extLst>
              <a:ext uri="{FF2B5EF4-FFF2-40B4-BE49-F238E27FC236}">
                <a16:creationId xmlns:a16="http://schemas.microsoft.com/office/drawing/2014/main" id="{D83690C5-C08F-C45C-CF63-9A2AE7723432}"/>
              </a:ext>
            </a:extLst>
          </p:cNvPr>
          <p:cNvSpPr>
            <a:spLocks noGrp="1"/>
          </p:cNvSpPr>
          <p:nvPr>
            <p:ph type="body" sz="quarter" idx="43"/>
          </p:nvPr>
        </p:nvSpPr>
        <p:spPr>
          <a:xfrm>
            <a:off x="8941928" y="3457474"/>
            <a:ext cx="2533982" cy="538608"/>
          </a:xfrm>
        </p:spPr>
        <p:txBody>
          <a:bodyPr/>
          <a:lstStyle/>
          <a:p>
            <a:r>
              <a:rPr lang="en-US" dirty="0"/>
              <a:t>Lorem ipsum dolor sit </a:t>
            </a:r>
            <a:r>
              <a:rPr lang="en-US" dirty="0" err="1"/>
              <a:t>amet</a:t>
            </a:r>
            <a:endParaRPr lang="en-US" dirty="0"/>
          </a:p>
        </p:txBody>
      </p:sp>
      <p:sp>
        <p:nvSpPr>
          <p:cNvPr id="25" name="Text Placeholder 24">
            <a:extLst>
              <a:ext uri="{FF2B5EF4-FFF2-40B4-BE49-F238E27FC236}">
                <a16:creationId xmlns:a16="http://schemas.microsoft.com/office/drawing/2014/main" id="{0BF4579F-53FC-2316-A973-B98612CF4387}"/>
              </a:ext>
            </a:extLst>
          </p:cNvPr>
          <p:cNvSpPr>
            <a:spLocks noGrp="1"/>
          </p:cNvSpPr>
          <p:nvPr>
            <p:ph type="body" sz="quarter" idx="46"/>
          </p:nvPr>
        </p:nvSpPr>
        <p:spPr>
          <a:xfrm>
            <a:off x="908681" y="4522713"/>
            <a:ext cx="4828091" cy="538608"/>
          </a:xfrm>
        </p:spPr>
        <p:txBody>
          <a:bodyPr/>
          <a:lstStyle/>
          <a:p>
            <a:r>
              <a:rPr lang="en-US" dirty="0"/>
              <a:t>11%</a:t>
            </a:r>
          </a:p>
        </p:txBody>
      </p:sp>
      <p:sp>
        <p:nvSpPr>
          <p:cNvPr id="24" name="Text Placeholder 23">
            <a:extLst>
              <a:ext uri="{FF2B5EF4-FFF2-40B4-BE49-F238E27FC236}">
                <a16:creationId xmlns:a16="http://schemas.microsoft.com/office/drawing/2014/main" id="{C19E0078-614C-CD48-4196-3EE3CA185E91}"/>
              </a:ext>
            </a:extLst>
          </p:cNvPr>
          <p:cNvSpPr>
            <a:spLocks noGrp="1"/>
          </p:cNvSpPr>
          <p:nvPr>
            <p:ph type="body" sz="quarter" idx="45"/>
          </p:nvPr>
        </p:nvSpPr>
        <p:spPr>
          <a:xfrm>
            <a:off x="908681" y="5068142"/>
            <a:ext cx="4828091" cy="538608"/>
          </a:xfrm>
        </p:spPr>
        <p:txBody>
          <a:bodyPr/>
          <a:lstStyle/>
          <a:p>
            <a:r>
              <a:rPr lang="en-US" dirty="0"/>
              <a:t>Lorem ipsum dolor sit </a:t>
            </a:r>
            <a:r>
              <a:rPr lang="en-US" dirty="0" err="1"/>
              <a:t>amet</a:t>
            </a:r>
            <a:endParaRPr lang="en-US" dirty="0"/>
          </a:p>
        </p:txBody>
      </p:sp>
      <p:sp>
        <p:nvSpPr>
          <p:cNvPr id="27" name="Text Placeholder 26">
            <a:extLst>
              <a:ext uri="{FF2B5EF4-FFF2-40B4-BE49-F238E27FC236}">
                <a16:creationId xmlns:a16="http://schemas.microsoft.com/office/drawing/2014/main" id="{5A6F9A15-C57F-7B3D-DB09-F6E3ADBE033C}"/>
              </a:ext>
            </a:extLst>
          </p:cNvPr>
          <p:cNvSpPr>
            <a:spLocks noGrp="1"/>
          </p:cNvSpPr>
          <p:nvPr>
            <p:ph type="body" sz="quarter" idx="48"/>
          </p:nvPr>
        </p:nvSpPr>
        <p:spPr>
          <a:xfrm>
            <a:off x="6854468" y="4531346"/>
            <a:ext cx="4828091" cy="538608"/>
          </a:xfrm>
        </p:spPr>
        <p:txBody>
          <a:bodyPr/>
          <a:lstStyle/>
          <a:p>
            <a:r>
              <a:rPr lang="en-US" dirty="0"/>
              <a:t>12 million</a:t>
            </a:r>
          </a:p>
        </p:txBody>
      </p:sp>
      <p:sp>
        <p:nvSpPr>
          <p:cNvPr id="26" name="Text Placeholder 25">
            <a:extLst>
              <a:ext uri="{FF2B5EF4-FFF2-40B4-BE49-F238E27FC236}">
                <a16:creationId xmlns:a16="http://schemas.microsoft.com/office/drawing/2014/main" id="{C1C1E0FA-0B50-6766-7A9D-B869E96C820B}"/>
              </a:ext>
            </a:extLst>
          </p:cNvPr>
          <p:cNvSpPr>
            <a:spLocks noGrp="1"/>
          </p:cNvSpPr>
          <p:nvPr>
            <p:ph type="body" sz="quarter" idx="47"/>
          </p:nvPr>
        </p:nvSpPr>
        <p:spPr>
          <a:xfrm>
            <a:off x="6854468" y="5076775"/>
            <a:ext cx="4828091" cy="538608"/>
          </a:xfrm>
        </p:spPr>
        <p:txBody>
          <a:bodyPr/>
          <a:lstStyle/>
          <a:p>
            <a:r>
              <a:rPr lang="en-US" dirty="0"/>
              <a:t>Lorem ipsum dolor sit </a:t>
            </a:r>
            <a:r>
              <a:rPr lang="en-US" dirty="0" err="1"/>
              <a:t>amet</a:t>
            </a:r>
            <a:endParaRPr lang="en-US" dirty="0"/>
          </a:p>
        </p:txBody>
      </p:sp>
      <p:sp>
        <p:nvSpPr>
          <p:cNvPr id="3" name="Slide Number Placeholder 2">
            <a:extLst>
              <a:ext uri="{FF2B5EF4-FFF2-40B4-BE49-F238E27FC236}">
                <a16:creationId xmlns:a16="http://schemas.microsoft.com/office/drawing/2014/main" id="{1618418E-2287-E417-AB5A-CC9E2B08E86D}"/>
              </a:ext>
            </a:extLst>
          </p:cNvPr>
          <p:cNvSpPr>
            <a:spLocks noGrp="1"/>
          </p:cNvSpPr>
          <p:nvPr>
            <p:ph type="sldNum" sz="quarter" idx="10"/>
          </p:nvPr>
        </p:nvSpPr>
        <p:spPr>
          <a:xfrm>
            <a:off x="230564" y="6305993"/>
            <a:ext cx="435410" cy="365125"/>
          </a:xfrm>
        </p:spPr>
        <p:txBody>
          <a:bodyPr/>
          <a:lstStyle/>
          <a:p>
            <a:fld id="{E1134B45-AF8D-4DE1-B6B3-818C9AE12BDB}" type="slidenum">
              <a:rPr lang="en-US" smtClean="0"/>
              <a:pPr/>
              <a:t>41</a:t>
            </a:fld>
            <a:endParaRPr lang="en-US" dirty="0"/>
          </a:p>
        </p:txBody>
      </p:sp>
    </p:spTree>
    <p:extLst>
      <p:ext uri="{BB962C8B-B14F-4D97-AF65-F5344CB8AC3E}">
        <p14:creationId xmlns:p14="http://schemas.microsoft.com/office/powerpoint/2010/main" val="3548441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FC1F2B-A7F7-2CCC-B55B-D863CBD8DA6B}"/>
              </a:ext>
            </a:extLst>
          </p:cNvPr>
          <p:cNvSpPr>
            <a:spLocks noGrp="1"/>
          </p:cNvSpPr>
          <p:nvPr>
            <p:ph type="title"/>
          </p:nvPr>
        </p:nvSpPr>
        <p:spPr/>
        <p:txBody>
          <a:bodyPr/>
          <a:lstStyle/>
          <a:p>
            <a:r>
              <a:rPr lang="en-US" dirty="0"/>
              <a:t>Data content and photo layout</a:t>
            </a:r>
          </a:p>
        </p:txBody>
      </p:sp>
      <p:sp>
        <p:nvSpPr>
          <p:cNvPr id="5" name="Text Placeholder 4">
            <a:extLst>
              <a:ext uri="{FF2B5EF4-FFF2-40B4-BE49-F238E27FC236}">
                <a16:creationId xmlns:a16="http://schemas.microsoft.com/office/drawing/2014/main" id="{6988AABB-F372-8969-1A99-9A5E53783824}"/>
              </a:ext>
            </a:extLst>
          </p:cNvPr>
          <p:cNvSpPr>
            <a:spLocks noGrp="1"/>
          </p:cNvSpPr>
          <p:nvPr>
            <p:ph type="body" sz="quarter" idx="13"/>
          </p:nvPr>
        </p:nvSpPr>
        <p:spPr/>
        <p:txBody>
          <a:bodyPr/>
          <a:lstStyle/>
          <a:p>
            <a:r>
              <a:rPr lang="en-US" dirty="0"/>
              <a:t>Subtitle</a:t>
            </a:r>
          </a:p>
        </p:txBody>
      </p:sp>
      <p:sp>
        <p:nvSpPr>
          <p:cNvPr id="17" name="Picture Placeholder 16">
            <a:extLst>
              <a:ext uri="{FF2B5EF4-FFF2-40B4-BE49-F238E27FC236}">
                <a16:creationId xmlns:a16="http://schemas.microsoft.com/office/drawing/2014/main" id="{38C0BE07-10B5-9A4F-ACF6-7D3DB7D7DEBA}"/>
              </a:ext>
              <a:ext uri="{C183D7F6-B498-43B3-948B-1728B52AA6E4}">
                <adec:decorative xmlns:adec="http://schemas.microsoft.com/office/drawing/2017/decorative" val="1"/>
              </a:ext>
            </a:extLst>
          </p:cNvPr>
          <p:cNvSpPr>
            <a:spLocks noGrp="1"/>
          </p:cNvSpPr>
          <p:nvPr>
            <p:ph type="pic" sz="quarter" idx="12"/>
          </p:nvPr>
        </p:nvSpPr>
        <p:spPr/>
        <p:txBody>
          <a:bodyPr/>
          <a:lstStyle/>
          <a:p>
            <a:endParaRPr lang="en-US"/>
          </a:p>
        </p:txBody>
      </p:sp>
      <p:sp>
        <p:nvSpPr>
          <p:cNvPr id="6" name="Text Placeholder 5">
            <a:extLst>
              <a:ext uri="{FF2B5EF4-FFF2-40B4-BE49-F238E27FC236}">
                <a16:creationId xmlns:a16="http://schemas.microsoft.com/office/drawing/2014/main" id="{904FE594-F016-39D9-9A0B-026AEA0EC951}"/>
              </a:ext>
            </a:extLst>
          </p:cNvPr>
          <p:cNvSpPr>
            <a:spLocks noGrp="1"/>
          </p:cNvSpPr>
          <p:nvPr>
            <p:ph type="body" sz="quarter" idx="38"/>
          </p:nvPr>
        </p:nvSpPr>
        <p:spPr/>
        <p:txBody>
          <a:bodyPr/>
          <a:lstStyle/>
          <a:p>
            <a:r>
              <a:rPr lang="en-US" dirty="0"/>
              <a:t>Lorem ipsum dolor sit </a:t>
            </a:r>
            <a:r>
              <a:rPr lang="en-US" dirty="0" err="1"/>
              <a:t>amet</a:t>
            </a:r>
            <a:endParaRPr lang="en-US" dirty="0"/>
          </a:p>
        </p:txBody>
      </p:sp>
      <p:sp>
        <p:nvSpPr>
          <p:cNvPr id="19" name="Text Placeholder 18">
            <a:extLst>
              <a:ext uri="{FF2B5EF4-FFF2-40B4-BE49-F238E27FC236}">
                <a16:creationId xmlns:a16="http://schemas.microsoft.com/office/drawing/2014/main" id="{9FE60EDE-0E54-7F03-3B83-C7672CAEA810}"/>
              </a:ext>
            </a:extLst>
          </p:cNvPr>
          <p:cNvSpPr>
            <a:spLocks noGrp="1"/>
          </p:cNvSpPr>
          <p:nvPr>
            <p:ph type="body" sz="quarter" idx="40"/>
          </p:nvPr>
        </p:nvSpPr>
        <p:spPr/>
        <p:txBody>
          <a:bodyPr/>
          <a:lstStyle/>
          <a:p>
            <a:r>
              <a:rPr lang="en-US" dirty="0"/>
              <a:t>11%</a:t>
            </a:r>
          </a:p>
        </p:txBody>
      </p:sp>
      <p:sp>
        <p:nvSpPr>
          <p:cNvPr id="18" name="Text Placeholder 17">
            <a:extLst>
              <a:ext uri="{FF2B5EF4-FFF2-40B4-BE49-F238E27FC236}">
                <a16:creationId xmlns:a16="http://schemas.microsoft.com/office/drawing/2014/main" id="{4456EF02-5462-569C-7F9C-629EB3147864}"/>
              </a:ext>
            </a:extLst>
          </p:cNvPr>
          <p:cNvSpPr>
            <a:spLocks noGrp="1"/>
          </p:cNvSpPr>
          <p:nvPr>
            <p:ph type="body" sz="quarter" idx="39"/>
          </p:nvPr>
        </p:nvSpPr>
        <p:spPr/>
        <p:txBody>
          <a:bodyPr/>
          <a:lstStyle/>
          <a:p>
            <a:r>
              <a:rPr lang="en-US" dirty="0"/>
              <a:t>Lorem ipsum dolor sit </a:t>
            </a:r>
            <a:r>
              <a:rPr lang="en-US" dirty="0" err="1"/>
              <a:t>amet</a:t>
            </a:r>
            <a:endParaRPr lang="en-US" dirty="0"/>
          </a:p>
        </p:txBody>
      </p:sp>
      <p:sp>
        <p:nvSpPr>
          <p:cNvPr id="21" name="Text Placeholder 20">
            <a:extLst>
              <a:ext uri="{FF2B5EF4-FFF2-40B4-BE49-F238E27FC236}">
                <a16:creationId xmlns:a16="http://schemas.microsoft.com/office/drawing/2014/main" id="{169563C7-22E6-9341-998F-858F16665FA4}"/>
              </a:ext>
            </a:extLst>
          </p:cNvPr>
          <p:cNvSpPr>
            <a:spLocks noGrp="1"/>
          </p:cNvSpPr>
          <p:nvPr>
            <p:ph type="body" sz="quarter" idx="42"/>
          </p:nvPr>
        </p:nvSpPr>
        <p:spPr/>
        <p:txBody>
          <a:bodyPr/>
          <a:lstStyle/>
          <a:p>
            <a:r>
              <a:rPr lang="en-US" dirty="0"/>
              <a:t>$1,111</a:t>
            </a:r>
          </a:p>
        </p:txBody>
      </p:sp>
      <p:sp>
        <p:nvSpPr>
          <p:cNvPr id="20" name="Text Placeholder 19">
            <a:extLst>
              <a:ext uri="{FF2B5EF4-FFF2-40B4-BE49-F238E27FC236}">
                <a16:creationId xmlns:a16="http://schemas.microsoft.com/office/drawing/2014/main" id="{7286172C-0DD5-DE00-F17F-8675FD7D1737}"/>
              </a:ext>
            </a:extLst>
          </p:cNvPr>
          <p:cNvSpPr>
            <a:spLocks noGrp="1"/>
          </p:cNvSpPr>
          <p:nvPr>
            <p:ph type="body" sz="quarter" idx="41"/>
          </p:nvPr>
        </p:nvSpPr>
        <p:spPr/>
        <p:txBody>
          <a:bodyPr/>
          <a:lstStyle/>
          <a:p>
            <a:r>
              <a:rPr lang="en-US" dirty="0"/>
              <a:t>Lorem ipsum dolor sit </a:t>
            </a:r>
            <a:r>
              <a:rPr lang="en-US" dirty="0" err="1"/>
              <a:t>amet</a:t>
            </a:r>
            <a:endParaRPr lang="en-US" dirty="0"/>
          </a:p>
        </p:txBody>
      </p:sp>
      <p:sp>
        <p:nvSpPr>
          <p:cNvPr id="23" name="Text Placeholder 22">
            <a:extLst>
              <a:ext uri="{FF2B5EF4-FFF2-40B4-BE49-F238E27FC236}">
                <a16:creationId xmlns:a16="http://schemas.microsoft.com/office/drawing/2014/main" id="{DE4EF545-5008-C554-5D0F-45FB2D362A06}"/>
              </a:ext>
            </a:extLst>
          </p:cNvPr>
          <p:cNvSpPr>
            <a:spLocks noGrp="1"/>
          </p:cNvSpPr>
          <p:nvPr>
            <p:ph type="body" sz="quarter" idx="44"/>
          </p:nvPr>
        </p:nvSpPr>
        <p:spPr/>
        <p:txBody>
          <a:bodyPr/>
          <a:lstStyle/>
          <a:p>
            <a:r>
              <a:rPr lang="en-US" dirty="0"/>
              <a:t>1 billion</a:t>
            </a:r>
          </a:p>
        </p:txBody>
      </p:sp>
      <p:sp>
        <p:nvSpPr>
          <p:cNvPr id="22" name="Text Placeholder 21">
            <a:extLst>
              <a:ext uri="{FF2B5EF4-FFF2-40B4-BE49-F238E27FC236}">
                <a16:creationId xmlns:a16="http://schemas.microsoft.com/office/drawing/2014/main" id="{D83690C5-C08F-C45C-CF63-9A2AE7723432}"/>
              </a:ext>
            </a:extLst>
          </p:cNvPr>
          <p:cNvSpPr>
            <a:spLocks noGrp="1"/>
          </p:cNvSpPr>
          <p:nvPr>
            <p:ph type="body" sz="quarter" idx="43"/>
          </p:nvPr>
        </p:nvSpPr>
        <p:spPr/>
        <p:txBody>
          <a:bodyPr/>
          <a:lstStyle/>
          <a:p>
            <a:r>
              <a:rPr lang="en-US" dirty="0"/>
              <a:t>Lorem ipsum dolor sit </a:t>
            </a:r>
            <a:r>
              <a:rPr lang="en-US" dirty="0" err="1"/>
              <a:t>amet</a:t>
            </a:r>
            <a:endParaRPr lang="en-US" dirty="0"/>
          </a:p>
        </p:txBody>
      </p:sp>
      <p:sp>
        <p:nvSpPr>
          <p:cNvPr id="25" name="Text Placeholder 24">
            <a:extLst>
              <a:ext uri="{FF2B5EF4-FFF2-40B4-BE49-F238E27FC236}">
                <a16:creationId xmlns:a16="http://schemas.microsoft.com/office/drawing/2014/main" id="{0BF4579F-53FC-2316-A973-B98612CF4387}"/>
              </a:ext>
            </a:extLst>
          </p:cNvPr>
          <p:cNvSpPr>
            <a:spLocks noGrp="1"/>
          </p:cNvSpPr>
          <p:nvPr>
            <p:ph type="body" sz="quarter" idx="46"/>
          </p:nvPr>
        </p:nvSpPr>
        <p:spPr/>
        <p:txBody>
          <a:bodyPr/>
          <a:lstStyle/>
          <a:p>
            <a:r>
              <a:rPr lang="en-US" dirty="0"/>
              <a:t>11%</a:t>
            </a:r>
          </a:p>
        </p:txBody>
      </p:sp>
      <p:sp>
        <p:nvSpPr>
          <p:cNvPr id="24" name="Text Placeholder 23">
            <a:extLst>
              <a:ext uri="{FF2B5EF4-FFF2-40B4-BE49-F238E27FC236}">
                <a16:creationId xmlns:a16="http://schemas.microsoft.com/office/drawing/2014/main" id="{C19E0078-614C-CD48-4196-3EE3CA185E91}"/>
              </a:ext>
            </a:extLst>
          </p:cNvPr>
          <p:cNvSpPr>
            <a:spLocks noGrp="1"/>
          </p:cNvSpPr>
          <p:nvPr>
            <p:ph type="body" sz="quarter" idx="45"/>
          </p:nvPr>
        </p:nvSpPr>
        <p:spPr/>
        <p:txBody>
          <a:bodyPr/>
          <a:lstStyle/>
          <a:p>
            <a:r>
              <a:rPr lang="en-US" dirty="0"/>
              <a:t>Lorem ipsum dolor sit </a:t>
            </a:r>
            <a:r>
              <a:rPr lang="en-US" dirty="0" err="1"/>
              <a:t>amet</a:t>
            </a:r>
            <a:endParaRPr lang="en-US" dirty="0"/>
          </a:p>
        </p:txBody>
      </p:sp>
      <p:sp>
        <p:nvSpPr>
          <p:cNvPr id="27" name="Text Placeholder 26">
            <a:extLst>
              <a:ext uri="{FF2B5EF4-FFF2-40B4-BE49-F238E27FC236}">
                <a16:creationId xmlns:a16="http://schemas.microsoft.com/office/drawing/2014/main" id="{5A6F9A15-C57F-7B3D-DB09-F6E3ADBE033C}"/>
              </a:ext>
            </a:extLst>
          </p:cNvPr>
          <p:cNvSpPr>
            <a:spLocks noGrp="1"/>
          </p:cNvSpPr>
          <p:nvPr>
            <p:ph type="body" sz="quarter" idx="48"/>
          </p:nvPr>
        </p:nvSpPr>
        <p:spPr/>
        <p:txBody>
          <a:bodyPr/>
          <a:lstStyle/>
          <a:p>
            <a:r>
              <a:rPr lang="en-US" dirty="0"/>
              <a:t>12 million</a:t>
            </a:r>
          </a:p>
        </p:txBody>
      </p:sp>
      <p:sp>
        <p:nvSpPr>
          <p:cNvPr id="26" name="Text Placeholder 25">
            <a:extLst>
              <a:ext uri="{FF2B5EF4-FFF2-40B4-BE49-F238E27FC236}">
                <a16:creationId xmlns:a16="http://schemas.microsoft.com/office/drawing/2014/main" id="{C1C1E0FA-0B50-6766-7A9D-B869E96C820B}"/>
              </a:ext>
            </a:extLst>
          </p:cNvPr>
          <p:cNvSpPr>
            <a:spLocks noGrp="1"/>
          </p:cNvSpPr>
          <p:nvPr>
            <p:ph type="body" sz="quarter" idx="47"/>
          </p:nvPr>
        </p:nvSpPr>
        <p:spPr/>
        <p:txBody>
          <a:bodyPr/>
          <a:lstStyle/>
          <a:p>
            <a:r>
              <a:rPr lang="en-US" dirty="0"/>
              <a:t>Lorem ipsum dolor sit </a:t>
            </a:r>
            <a:r>
              <a:rPr lang="en-US" dirty="0" err="1"/>
              <a:t>amet</a:t>
            </a:r>
            <a:endParaRPr lang="en-US" dirty="0"/>
          </a:p>
        </p:txBody>
      </p:sp>
      <p:sp>
        <p:nvSpPr>
          <p:cNvPr id="3" name="Slide Number Placeholder 2">
            <a:extLst>
              <a:ext uri="{FF2B5EF4-FFF2-40B4-BE49-F238E27FC236}">
                <a16:creationId xmlns:a16="http://schemas.microsoft.com/office/drawing/2014/main" id="{1618418E-2287-E417-AB5A-CC9E2B08E86D}"/>
              </a:ext>
            </a:extLst>
          </p:cNvPr>
          <p:cNvSpPr>
            <a:spLocks noGrp="1"/>
          </p:cNvSpPr>
          <p:nvPr>
            <p:ph type="sldNum" sz="quarter" idx="10"/>
          </p:nvPr>
        </p:nvSpPr>
        <p:spPr/>
        <p:txBody>
          <a:bodyPr/>
          <a:lstStyle/>
          <a:p>
            <a:fld id="{E1134B45-AF8D-4DE1-B6B3-818C9AE12BDB}" type="slidenum">
              <a:rPr lang="en-US" smtClean="0"/>
              <a:pPr/>
              <a:t>42</a:t>
            </a:fld>
            <a:endParaRPr lang="en-US" dirty="0"/>
          </a:p>
        </p:txBody>
      </p:sp>
    </p:spTree>
    <p:extLst>
      <p:ext uri="{BB962C8B-B14F-4D97-AF65-F5344CB8AC3E}">
        <p14:creationId xmlns:p14="http://schemas.microsoft.com/office/powerpoint/2010/main" val="31985760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9B1960A-8953-6F21-D363-545DCCBD39AA}"/>
              </a:ext>
            </a:extLst>
          </p:cNvPr>
          <p:cNvSpPr>
            <a:spLocks noGrp="1"/>
          </p:cNvSpPr>
          <p:nvPr>
            <p:ph type="title"/>
          </p:nvPr>
        </p:nvSpPr>
        <p:spPr>
          <a:xfrm>
            <a:off x="794857" y="2368884"/>
            <a:ext cx="5178902" cy="2120232"/>
          </a:xfrm>
        </p:spPr>
        <p:txBody>
          <a:bodyPr/>
          <a:lstStyle/>
          <a:p>
            <a:r>
              <a:rPr lang="en-US" dirty="0"/>
              <a:t>Q&amp;A</a:t>
            </a:r>
          </a:p>
        </p:txBody>
      </p:sp>
      <p:sp>
        <p:nvSpPr>
          <p:cNvPr id="16" name="Slide Number Placeholder 15">
            <a:extLst>
              <a:ext uri="{FF2B5EF4-FFF2-40B4-BE49-F238E27FC236}">
                <a16:creationId xmlns:a16="http://schemas.microsoft.com/office/drawing/2014/main" id="{3391C8F8-778D-4E1B-61D6-82741FDFDE88}"/>
              </a:ext>
            </a:extLst>
          </p:cNvPr>
          <p:cNvSpPr>
            <a:spLocks noGrp="1"/>
          </p:cNvSpPr>
          <p:nvPr>
            <p:ph type="sldNum" sz="quarter" idx="10"/>
          </p:nvPr>
        </p:nvSpPr>
        <p:spPr>
          <a:xfrm>
            <a:off x="230564" y="6305993"/>
            <a:ext cx="435410" cy="365125"/>
          </a:xfrm>
        </p:spPr>
        <p:txBody>
          <a:bodyPr/>
          <a:lstStyle/>
          <a:p>
            <a:fld id="{E1134B45-AF8D-4DE1-B6B3-818C9AE12BDB}" type="slidenum">
              <a:rPr lang="en-US" smtClean="0"/>
              <a:pPr/>
              <a:t>43</a:t>
            </a:fld>
            <a:endParaRPr lang="en-US" dirty="0"/>
          </a:p>
        </p:txBody>
      </p:sp>
    </p:spTree>
    <p:extLst>
      <p:ext uri="{BB962C8B-B14F-4D97-AF65-F5344CB8AC3E}">
        <p14:creationId xmlns:p14="http://schemas.microsoft.com/office/powerpoint/2010/main" val="3609432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AC0E7-A33C-52E4-F454-267C40AC89E6}"/>
              </a:ext>
            </a:extLst>
          </p:cNvPr>
          <p:cNvSpPr>
            <a:spLocks noGrp="1"/>
          </p:cNvSpPr>
          <p:nvPr>
            <p:ph type="title"/>
          </p:nvPr>
        </p:nvSpPr>
        <p:spPr/>
        <p:txBody>
          <a:bodyPr/>
          <a:lstStyle/>
          <a:p>
            <a:r>
              <a:rPr lang="en-US" dirty="0"/>
              <a:t>Appendix 1</a:t>
            </a:r>
          </a:p>
        </p:txBody>
      </p:sp>
      <p:sp>
        <p:nvSpPr>
          <p:cNvPr id="3" name="Slide Number Placeholder 2">
            <a:extLst>
              <a:ext uri="{FF2B5EF4-FFF2-40B4-BE49-F238E27FC236}">
                <a16:creationId xmlns:a16="http://schemas.microsoft.com/office/drawing/2014/main" id="{75831525-ACB4-4BF9-B4DE-863AE3F53EED}"/>
              </a:ext>
            </a:extLst>
          </p:cNvPr>
          <p:cNvSpPr>
            <a:spLocks noGrp="1"/>
          </p:cNvSpPr>
          <p:nvPr>
            <p:ph type="sldNum" sz="quarter" idx="10"/>
          </p:nvPr>
        </p:nvSpPr>
        <p:spPr/>
        <p:txBody>
          <a:bodyPr/>
          <a:lstStyle/>
          <a:p>
            <a:fld id="{E1134B45-AF8D-4DE1-B6B3-818C9AE12BDB}" type="slidenum">
              <a:rPr lang="en-US" smtClean="0"/>
              <a:pPr/>
              <a:t>44</a:t>
            </a:fld>
            <a:endParaRPr lang="en-US" dirty="0"/>
          </a:p>
        </p:txBody>
      </p:sp>
    </p:spTree>
    <p:extLst>
      <p:ext uri="{BB962C8B-B14F-4D97-AF65-F5344CB8AC3E}">
        <p14:creationId xmlns:p14="http://schemas.microsoft.com/office/powerpoint/2010/main" val="5560227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AC0E7-A33C-52E4-F454-267C40AC89E6}"/>
              </a:ext>
            </a:extLst>
          </p:cNvPr>
          <p:cNvSpPr>
            <a:spLocks noGrp="1"/>
          </p:cNvSpPr>
          <p:nvPr>
            <p:ph type="title"/>
          </p:nvPr>
        </p:nvSpPr>
        <p:spPr/>
        <p:txBody>
          <a:bodyPr/>
          <a:lstStyle/>
          <a:p>
            <a:r>
              <a:rPr lang="en-US" dirty="0"/>
              <a:t>Appendix 2</a:t>
            </a:r>
          </a:p>
        </p:txBody>
      </p:sp>
      <p:sp>
        <p:nvSpPr>
          <p:cNvPr id="3" name="Slide Number Placeholder 2">
            <a:extLst>
              <a:ext uri="{FF2B5EF4-FFF2-40B4-BE49-F238E27FC236}">
                <a16:creationId xmlns:a16="http://schemas.microsoft.com/office/drawing/2014/main" id="{75831525-ACB4-4BF9-B4DE-863AE3F53EED}"/>
              </a:ext>
            </a:extLst>
          </p:cNvPr>
          <p:cNvSpPr>
            <a:spLocks noGrp="1"/>
          </p:cNvSpPr>
          <p:nvPr>
            <p:ph type="sldNum" sz="quarter" idx="10"/>
          </p:nvPr>
        </p:nvSpPr>
        <p:spPr/>
        <p:txBody>
          <a:bodyPr/>
          <a:lstStyle/>
          <a:p>
            <a:fld id="{E1134B45-AF8D-4DE1-B6B3-818C9AE12BDB}" type="slidenum">
              <a:rPr lang="en-US" smtClean="0"/>
              <a:pPr/>
              <a:t>45</a:t>
            </a:fld>
            <a:endParaRPr lang="en-US" dirty="0"/>
          </a:p>
        </p:txBody>
      </p:sp>
    </p:spTree>
    <p:extLst>
      <p:ext uri="{BB962C8B-B14F-4D97-AF65-F5344CB8AC3E}">
        <p14:creationId xmlns:p14="http://schemas.microsoft.com/office/powerpoint/2010/main" val="30851552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AC0E7-A33C-52E4-F454-267C40AC89E6}"/>
              </a:ext>
            </a:extLst>
          </p:cNvPr>
          <p:cNvSpPr>
            <a:spLocks noGrp="1"/>
          </p:cNvSpPr>
          <p:nvPr>
            <p:ph type="title"/>
          </p:nvPr>
        </p:nvSpPr>
        <p:spPr/>
        <p:txBody>
          <a:bodyPr/>
          <a:lstStyle/>
          <a:p>
            <a:r>
              <a:rPr lang="en-US" dirty="0"/>
              <a:t>Thank you</a:t>
            </a:r>
          </a:p>
        </p:txBody>
      </p:sp>
      <p:sp>
        <p:nvSpPr>
          <p:cNvPr id="3" name="Slide Number Placeholder 2">
            <a:extLst>
              <a:ext uri="{FF2B5EF4-FFF2-40B4-BE49-F238E27FC236}">
                <a16:creationId xmlns:a16="http://schemas.microsoft.com/office/drawing/2014/main" id="{75831525-ACB4-4BF9-B4DE-863AE3F53EED}"/>
              </a:ext>
            </a:extLst>
          </p:cNvPr>
          <p:cNvSpPr>
            <a:spLocks noGrp="1"/>
          </p:cNvSpPr>
          <p:nvPr>
            <p:ph type="sldNum" sz="quarter" idx="10"/>
          </p:nvPr>
        </p:nvSpPr>
        <p:spPr/>
        <p:txBody>
          <a:bodyPr/>
          <a:lstStyle/>
          <a:p>
            <a:fld id="{E1134B45-AF8D-4DE1-B6B3-818C9AE12BDB}" type="slidenum">
              <a:rPr lang="en-US" smtClean="0"/>
              <a:pPr/>
              <a:t>46</a:t>
            </a:fld>
            <a:endParaRPr lang="en-US" dirty="0"/>
          </a:p>
        </p:txBody>
      </p:sp>
    </p:spTree>
    <p:extLst>
      <p:ext uri="{BB962C8B-B14F-4D97-AF65-F5344CB8AC3E}">
        <p14:creationId xmlns:p14="http://schemas.microsoft.com/office/powerpoint/2010/main" val="23306613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0C194-5144-8D59-447F-AE0FFB11D26C}"/>
              </a:ext>
            </a:extLst>
          </p:cNvPr>
          <p:cNvSpPr>
            <a:spLocks noGrp="1"/>
          </p:cNvSpPr>
          <p:nvPr>
            <p:ph type="title"/>
          </p:nvPr>
        </p:nvSpPr>
        <p:spPr/>
        <p:txBody>
          <a:bodyPr/>
          <a:lstStyle/>
          <a:p>
            <a:r>
              <a:rPr lang="en-US" dirty="0"/>
              <a:t>Fidelity Investments</a:t>
            </a:r>
          </a:p>
        </p:txBody>
      </p:sp>
    </p:spTree>
    <p:extLst>
      <p:ext uri="{BB962C8B-B14F-4D97-AF65-F5344CB8AC3E}">
        <p14:creationId xmlns:p14="http://schemas.microsoft.com/office/powerpoint/2010/main" val="2052127762"/>
      </p:ext>
    </p:extLst>
  </p:cSld>
  <p:clrMapOvr>
    <a:masterClrMapping/>
  </p:clrMapOvr>
</p:sld>
</file>

<file path=ppt/theme/theme1.xml><?xml version="1.0" encoding="utf-8"?>
<a:theme xmlns:a="http://schemas.openxmlformats.org/drawingml/2006/main" name="Fidelity Brand">
  <a:themeElements>
    <a:clrScheme name="Fidelity Light Mode 2025">
      <a:dk1>
        <a:srgbClr val="000000"/>
      </a:dk1>
      <a:lt1>
        <a:srgbClr val="FFFFFF"/>
      </a:lt1>
      <a:dk2>
        <a:srgbClr val="044014"/>
      </a:dk2>
      <a:lt2>
        <a:srgbClr val="368727"/>
      </a:lt2>
      <a:accent1>
        <a:srgbClr val="6AD539"/>
      </a:accent1>
      <a:accent2>
        <a:srgbClr val="3880F3"/>
      </a:accent2>
      <a:accent3>
        <a:srgbClr val="368727"/>
      </a:accent3>
      <a:accent4>
        <a:srgbClr val="9747F6"/>
      </a:accent4>
      <a:accent5>
        <a:srgbClr val="1DE4CA"/>
      </a:accent5>
      <a:accent6>
        <a:srgbClr val="403F3E"/>
      </a:accent6>
      <a:hlink>
        <a:srgbClr val="1D3986"/>
      </a:hlink>
      <a:folHlink>
        <a:srgbClr val="1D3986"/>
      </a:folHlink>
    </a:clrScheme>
    <a:fontScheme name="Custom 1">
      <a:majorFont>
        <a:latin typeface="Fidelity Slab"/>
        <a:ea typeface=""/>
        <a:cs typeface=""/>
      </a:majorFont>
      <a:minorFont>
        <a:latin typeface="Fidelity Sans 2"/>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29C7CC9E57D248AE0D9E08C5EC70E4" ma:contentTypeVersion="19" ma:contentTypeDescription="Create a new document." ma:contentTypeScope="" ma:versionID="8b7d08580c30b4dc8b68fcefb92eb072">
  <xsd:schema xmlns:xsd="http://www.w3.org/2001/XMLSchema" xmlns:xs="http://www.w3.org/2001/XMLSchema" xmlns:p="http://schemas.microsoft.com/office/2006/metadata/properties" xmlns:ns2="cb26474a-1275-40e9-aada-4b14e2a3c119" xmlns:ns3="21336e53-9173-4b76-bfbc-a72fa174ff97" targetNamespace="http://schemas.microsoft.com/office/2006/metadata/properties" ma:root="true" ma:fieldsID="de2ef62bd7474dd766e3e51fe5aea5b2" ns2:_="" ns3:_="">
    <xsd:import namespace="cb26474a-1275-40e9-aada-4b14e2a3c119"/>
    <xsd:import namespace="21336e53-9173-4b76-bfbc-a72fa174ff9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26474a-1275-40e9-aada-4b14e2a3c1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a5aa731-3981-4550-91eb-7c8270028580"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1336e53-9173-4b76-bfbc-a72fa174ff9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9f67992-88d7-4368-b2c5-6a9f6ee909e5}" ma:internalName="TaxCatchAll" ma:showField="CatchAllData" ma:web="21336e53-9173-4b76-bfbc-a72fa174ff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1336e53-9173-4b76-bfbc-a72fa174ff97" xsi:nil="true"/>
    <lcf76f155ced4ddcb4097134ff3c332f xmlns="cb26474a-1275-40e9-aada-4b14e2a3c119">
      <Terms xmlns="http://schemas.microsoft.com/office/infopath/2007/PartnerControls"/>
    </lcf76f155ced4ddcb4097134ff3c332f>
    <SharedWithUsers xmlns="21336e53-9173-4b76-bfbc-a72fa174ff97">
      <UserInfo>
        <DisplayName/>
        <AccountId xsi:nil="true"/>
        <AccountType/>
      </UserInfo>
    </SharedWithUsers>
  </documentManagement>
</p:properties>
</file>

<file path=customXml/itemProps1.xml><?xml version="1.0" encoding="utf-8"?>
<ds:datastoreItem xmlns:ds="http://schemas.openxmlformats.org/officeDocument/2006/customXml" ds:itemID="{062ADBCB-3E1B-4A75-9EA0-A170B107E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26474a-1275-40e9-aada-4b14e2a3c119"/>
    <ds:schemaRef ds:uri="21336e53-9173-4b76-bfbc-a72fa174ff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A34A31-565E-4249-BCFB-16EC88B0C574}">
  <ds:schemaRefs>
    <ds:schemaRef ds:uri="http://schemas.microsoft.com/sharepoint/v3/contenttype/forms"/>
  </ds:schemaRefs>
</ds:datastoreItem>
</file>

<file path=customXml/itemProps3.xml><?xml version="1.0" encoding="utf-8"?>
<ds:datastoreItem xmlns:ds="http://schemas.openxmlformats.org/officeDocument/2006/customXml" ds:itemID="{C6DFC92E-CFDF-44B6-A7A7-2E45C5EF0E5B}">
  <ds:schemaRefs>
    <ds:schemaRef ds:uri="http://schemas.microsoft.com/office/2006/documentManagement/types"/>
    <ds:schemaRef ds:uri="http://schemas.microsoft.com/office/infopath/2007/PartnerControls"/>
    <ds:schemaRef ds:uri="http://schemas.microsoft.com/office/2006/metadata/properties"/>
    <ds:schemaRef ds:uri="http://purl.org/dc/elements/1.1/"/>
    <ds:schemaRef ds:uri="2737d90a-ec1e-483f-808d-4eb63c0e30a6"/>
    <ds:schemaRef ds:uri="f8f95152-0e00-42d7-9778-a7c09172e1c2"/>
    <ds:schemaRef ds:uri="http://schemas.openxmlformats.org/package/2006/metadata/core-properties"/>
    <ds:schemaRef ds:uri="http://purl.org/dc/terms/"/>
    <ds:schemaRef ds:uri="http://www.w3.org/XML/1998/namespace"/>
    <ds:schemaRef ds:uri="http://purl.org/dc/dcmitype/"/>
    <ds:schemaRef ds:uri="21336e53-9173-4b76-bfbc-a72fa174ff97"/>
    <ds:schemaRef ds:uri="cb26474a-1275-40e9-aada-4b14e2a3c119"/>
  </ds:schemaRefs>
</ds:datastoreItem>
</file>

<file path=docMetadata/LabelInfo.xml><?xml version="1.0" encoding="utf-8"?>
<clbl:labelList xmlns:clbl="http://schemas.microsoft.com/office/2020/mipLabelMetadata">
  <clbl:label id="{3feb82c3-3193-44ae-964e-38700fead322}" enabled="1" method="Privileged" siteId="{48852407-12ea-48e5-9625-3a29b0f5c452}" contentBits="0" removed="0"/>
</clbl:labelList>
</file>

<file path=docProps/app.xml><?xml version="1.0" encoding="utf-8"?>
<Properties xmlns="http://schemas.openxmlformats.org/officeDocument/2006/extended-properties" xmlns:vt="http://schemas.openxmlformats.org/officeDocument/2006/docPropsVTypes">
  <Template/>
  <TotalTime>228</TotalTime>
  <Words>2331</Words>
  <Application>Microsoft Office PowerPoint</Application>
  <PresentationFormat>Widescreen</PresentationFormat>
  <Paragraphs>369</Paragraphs>
  <Slides>47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Fidelity Sans 2</vt:lpstr>
      <vt:lpstr>Fidelity Slab</vt:lpstr>
      <vt:lpstr>Fidelity Brand</vt:lpstr>
      <vt:lpstr>Table of contents</vt:lpstr>
      <vt:lpstr>Important!</vt:lpstr>
      <vt:lpstr>The Fidelity palette</vt:lpstr>
      <vt:lpstr>Color accessibility</vt:lpstr>
      <vt:lpstr>Devices</vt:lpstr>
      <vt:lpstr>Additional resources</vt:lpstr>
      <vt:lpstr>Adding alternative text</vt:lpstr>
      <vt:lpstr>Adjust reading order</vt:lpstr>
      <vt:lpstr>Cover slide 1 </vt:lpstr>
      <vt:lpstr>Cover slide 2 </vt:lpstr>
      <vt:lpstr>Cover slide 3</vt:lpstr>
      <vt:lpstr>Cover slide 4</vt:lpstr>
      <vt:lpstr>Cover slide 5</vt:lpstr>
      <vt:lpstr>Cover slide 6</vt:lpstr>
      <vt:lpstr>Cover slide with photo 1 </vt:lpstr>
      <vt:lpstr>Cover slide with photo 2</vt:lpstr>
      <vt:lpstr>Cover slide with photo 3</vt:lpstr>
      <vt:lpstr>Divider slide 1</vt:lpstr>
      <vt:lpstr>Divider slide 2</vt:lpstr>
      <vt:lpstr>Divider slide 3</vt:lpstr>
      <vt:lpstr>Agenda sample 1</vt:lpstr>
      <vt:lpstr>Agenda sample 2</vt:lpstr>
      <vt:lpstr>“Quote 1. Lorem ipsum dolor sit amet, consectetur adipiscing elit, sed do eiusmod tempor incididunt ut labore et dolore magna aliqua.”</vt:lpstr>
      <vt:lpstr>“Quote 2. Lorem ipsum dolor sit amet, consectetur adipiscing elit, sed do eiusmod tempor incididunt ut labore et dolore.”</vt:lpstr>
      <vt:lpstr>“Quote 3. Lorem ipsum dolor sit amet, consectetur adipiscing elit, sed do eiusmod tempor incididunt ut labore et dolore.”</vt:lpstr>
      <vt:lpstr>Title only</vt:lpstr>
      <vt:lpstr>Title and content layout</vt:lpstr>
      <vt:lpstr>Title and two column layout</vt:lpstr>
      <vt:lpstr>Title and subtitle only</vt:lpstr>
      <vt:lpstr>Title, subtitle and content layout</vt:lpstr>
      <vt:lpstr>Title, subtitle and two column layout</vt:lpstr>
      <vt:lpstr>Content highlight</vt:lpstr>
      <vt:lpstr>Title slide with large photo</vt:lpstr>
      <vt:lpstr>Title slide with content layout</vt:lpstr>
      <vt:lpstr>Title, subtitle and two column layout with divider</vt:lpstr>
      <vt:lpstr>Title, subtitle and three highlights</vt:lpstr>
      <vt:lpstr>Four quadrant content layout</vt:lpstr>
      <vt:lpstr>Title and small photo layout</vt:lpstr>
      <vt:lpstr>Table sample</vt:lpstr>
      <vt:lpstr>Chart sample</vt:lpstr>
      <vt:lpstr>Data content</vt:lpstr>
      <vt:lpstr>Data content and photo layout</vt:lpstr>
      <vt:lpstr>Q&amp;A</vt:lpstr>
      <vt:lpstr>Appendix 1</vt:lpstr>
      <vt:lpstr>Appendix 2</vt:lpstr>
      <vt:lpstr>Thank you</vt:lpstr>
      <vt:lpstr>Fidelity Investments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Fuller, Eryn</dc:creator>
  <cp:lastModifiedBy>Raymond O’Donnell</cp:lastModifiedBy>
  <cp:revision>7</cp:revision>
  <dcterms:created xsi:type="dcterms:W3CDTF">2023-01-10T15:25:43Z</dcterms:created>
  <dcterms:modified xsi:type="dcterms:W3CDTF">2026-10-14T20:27:34Z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b2c423-eb5a-467c-866f-c54b6721c0c4_Enabled">
    <vt:lpwstr>true</vt:lpwstr>
  </property>
  <property fmtid="{D5CDD505-2E9C-101B-9397-08002B2CF9AE}" pid="3" name="MSIP_Label_03b2c423-eb5a-467c-866f-c54b6721c0c4_SetDate">
    <vt:lpwstr>2023-08-02T15:03:31Z</vt:lpwstr>
  </property>
  <property fmtid="{D5CDD505-2E9C-101B-9397-08002B2CF9AE}" pid="4" name="MSIP_Label_03b2c423-eb5a-467c-866f-c54b6721c0c4_Method">
    <vt:lpwstr>Privileged</vt:lpwstr>
  </property>
  <property fmtid="{D5CDD505-2E9C-101B-9397-08002B2CF9AE}" pid="5" name="MSIP_Label_03b2c423-eb5a-467c-866f-c54b6721c0c4_Name">
    <vt:lpwstr>Fidelity Internal</vt:lpwstr>
  </property>
  <property fmtid="{D5CDD505-2E9C-101B-9397-08002B2CF9AE}" pid="6" name="MSIP_Label_03b2c423-eb5a-467c-866f-c54b6721c0c4_SiteId">
    <vt:lpwstr>7521acbc-a68c-41e5-a975-1cf83066dd19</vt:lpwstr>
  </property>
  <property fmtid="{D5CDD505-2E9C-101B-9397-08002B2CF9AE}" pid="7" name="MSIP_Label_03b2c423-eb5a-467c-866f-c54b6721c0c4_ActionId">
    <vt:lpwstr>c4b73863-806d-4ff4-8606-4c69d829e6cd</vt:lpwstr>
  </property>
  <property fmtid="{D5CDD505-2E9C-101B-9397-08002B2CF9AE}" pid="8" name="MSIP_Label_03b2c423-eb5a-467c-866f-c54b6721c0c4_ContentBits">
    <vt:lpwstr>2</vt:lpwstr>
  </property>
  <property fmtid="{D5CDD505-2E9C-101B-9397-08002B2CF9AE}" pid="9" name="ClassificationContentMarkingFooterLocations">
    <vt:lpwstr>Office Theme:10</vt:lpwstr>
  </property>
  <property fmtid="{D5CDD505-2E9C-101B-9397-08002B2CF9AE}" pid="10" name="ClassificationContentMarkingFooterText">
    <vt:lpwstr>Fidelity Internal Information</vt:lpwstr>
  </property>
  <property fmtid="{D5CDD505-2E9C-101B-9397-08002B2CF9AE}" pid="11" name="ContentTypeId">
    <vt:lpwstr>0x010100F229C7CC9E57D248AE0D9E08C5EC70E4</vt:lpwstr>
  </property>
  <property fmtid="{D5CDD505-2E9C-101B-9397-08002B2CF9AE}" pid="12" name="MediaServiceImageTags">
    <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_ExtendedDescription">
    <vt:lpwstr/>
  </property>
  <property fmtid="{D5CDD505-2E9C-101B-9397-08002B2CF9AE}" pid="17" name="_activity">
    <vt:lpwstr>{"FileActivityType":"9","FileActivityTimeStamp":"2025-01-30T18:04:17.387Z","FileActivityUsersOnPage":[{"DisplayName":"Fuller, Eryn","Id":"a742174@fmr.com"},{"DisplayName":"Howe, Briana","Id":"a579833@fmr.com"}],"FileActivityNavigationId":null}</vt:lpwstr>
  </property>
  <property fmtid="{D5CDD505-2E9C-101B-9397-08002B2CF9AE}" pid="18" name="TriggerFlowInfo">
    <vt:lpwstr/>
  </property>
</Properties>
</file>