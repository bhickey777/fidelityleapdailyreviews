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5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EA7CD-B945-4469-8761-2E52EEFA9AA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0C4AF-7D6C-4152-AB2E-78BA35B6A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5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FB8A-7D16-24C4-14BD-17B39496D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A8CAF-AFBC-0690-BB36-AEBF53992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056E7-4198-A20C-AD24-6663BFF6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84C9-C715-0972-7C51-BB6FEB43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0449B-55F2-BA35-1390-FF6C45A7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749E-AE95-B450-5C74-6F000E6E6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143B8-03E5-9A18-DB3A-64137F36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7B2A-F17B-207D-57CD-E91E1528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6666-F1C3-B859-63F5-34BB45AB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0050D-F2F7-AAB7-11C1-6580C815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1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EB2F-D74B-0BEF-7B8E-26BED01AE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FB12B-9C6D-C0F6-EB87-18DB03294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145E4-B276-0382-D8B1-DAFF6970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F8DC2-6E42-9404-151D-96A2C11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13253-F452-9D8B-E487-C7306E7D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8A02-A02F-6D86-446D-3EE4F7F7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1341-5566-7049-FE82-B4BFE3C56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A4BEF-6985-432C-45FC-E205F6FF8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77082-9876-6EFF-E1C7-099AD896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2129B-D69D-DB91-A483-65DA390B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DAB8C-9018-F2A7-93BB-17DA3122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6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02D5-D4C6-BF68-9E80-B077C985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9DA7F-F2FD-6527-28A2-179267C90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5BD99-4124-AD85-05B2-A8875EE6C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406E3-09EC-E74E-CF03-813DF7DC2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3EBDA-DA6F-3A02-6856-A309F5F1D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EBDC9-6DB9-4A29-9393-1D599CAB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A80D7-31E2-B6D2-1916-38582A8F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C0B82-FC5D-D1B3-EE97-18780ABF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3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A9AA-7494-1D7D-1B53-6FBF092C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FF22BF-9343-9CFB-4E67-0E646425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D0B7E-07AA-1680-0940-62A328B4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49092-F82D-9736-104B-952371FE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2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B19A7-C58B-B348-AD56-0BC5602F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69827-DF08-B263-5D66-33DDA616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B08AC-D64A-384E-E6F3-5E6ADC87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7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8F5D-2950-F596-08FB-4F8DCC3C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DEBB6-7CA9-1870-75BF-920B065BA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A5067-DE42-629B-5E96-6915ACCD4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DEBB5-6E7B-299F-56C0-2E0962C9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58144-2501-752E-836D-DB7E3BE8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FDABC-523B-60E5-7EEE-FC18DD96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8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CF56-38A1-666B-24CC-FBC9203A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9226F-D8DB-44DF-D6BE-B7B7974BF87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1159D-A2AD-EAFA-6E83-AA2216BA9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83D09-8718-CD29-ED9B-E09D551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9BDB7-928C-9EF3-C355-33582C98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5FC13-534D-2B03-4585-E7CDCEF5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9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5074-33EC-7FDC-235A-72D83DBF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9A147-C102-B8F8-EB1A-184D604C4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82C06-2143-D8C6-496E-E66C7241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7956F-3217-3BC1-167B-74EFCA06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86A88-6194-3179-1684-92F53D2A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4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04BBC-4B91-1F5E-73FE-11C3AAEBF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B9B66-A33F-2B01-CE03-FBA402D49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913-C09B-8A2E-D049-71AFDF7F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1306B-AD74-196A-9443-B4CD9F6D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CACC7-4AD1-A279-F1B1-5E23245A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5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1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653284" y="779983"/>
            <a:ext cx="2974434" cy="967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6911" y="593610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476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13059-850C-AD2F-4FF5-6D1F5704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0D5B5-FE10-EB0C-FA28-A10E0EFB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B429C-0C22-0A3B-F953-36FAC4BA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A09BE-EFD6-4E2A-8A01-4545DD75421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2DDEA-43F8-9ECA-26ED-23D213A1C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E2889-AC3A-E88A-67E8-3542660DD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8BDC7-95F2-4AB4-9AAA-446008F84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1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303" name="Google Shape;303;p12" descr="A person posing for the camera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164639" y="-620131"/>
            <a:ext cx="119924" cy="10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5FDE84F-2D7A-77D5-47FA-7371E68F474C}"/>
              </a:ext>
            </a:extLst>
          </p:cNvPr>
          <p:cNvSpPr/>
          <p:nvPr/>
        </p:nvSpPr>
        <p:spPr>
          <a:xfrm>
            <a:off x="594360" y="69494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Showcase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25C53F-4082-B776-9777-EB14DAC41430}"/>
              </a:ext>
            </a:extLst>
          </p:cNvPr>
          <p:cNvSpPr/>
          <p:nvPr/>
        </p:nvSpPr>
        <p:spPr>
          <a:xfrm>
            <a:off x="555699" y="11681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16-minute flow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65AE0A-8A9A-238E-60B7-253FBEB3538D}"/>
              </a:ext>
            </a:extLst>
          </p:cNvPr>
          <p:cNvSpPr/>
          <p:nvPr/>
        </p:nvSpPr>
        <p:spPr>
          <a:xfrm>
            <a:off x="4541250" y="647623"/>
            <a:ext cx="71688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25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simple: tell the story of what you built, how you worked together and what you learned.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F9FF1F-4F63-DE5E-2DDF-865A924A0884}"/>
              </a:ext>
            </a:extLst>
          </p:cNvPr>
          <p:cNvSpPr/>
          <p:nvPr/>
        </p:nvSpPr>
        <p:spPr>
          <a:xfrm>
            <a:off x="502920" y="1516938"/>
            <a:ext cx="3127248" cy="530352"/>
          </a:xfrm>
          <a:prstGeom prst="roundRect">
            <a:avLst>
              <a:gd name="adj" fmla="val 13793"/>
            </a:avLst>
          </a:prstGeom>
          <a:solidFill>
            <a:srgbClr val="202330"/>
          </a:solidFill>
          <a:ln w="12700">
            <a:solidFill>
              <a:srgbClr val="202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E0FF27-C5D2-BEAC-41B4-5015D503D132}"/>
              </a:ext>
            </a:extLst>
          </p:cNvPr>
          <p:cNvSpPr/>
          <p:nvPr/>
        </p:nvSpPr>
        <p:spPr>
          <a:xfrm>
            <a:off x="713232" y="167238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12 mins presenting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9E4EF16-B880-FD2A-18A3-ED1A8A98B168}"/>
              </a:ext>
            </a:extLst>
          </p:cNvPr>
          <p:cNvSpPr/>
          <p:nvPr/>
        </p:nvSpPr>
        <p:spPr>
          <a:xfrm>
            <a:off x="3785616" y="1516938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385D44-8E95-4E65-6E32-E2A2C930DD08}"/>
              </a:ext>
            </a:extLst>
          </p:cNvPr>
          <p:cNvSpPr/>
          <p:nvPr/>
        </p:nvSpPr>
        <p:spPr>
          <a:xfrm>
            <a:off x="3977640" y="167238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 mins Q&amp;A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7079E7-C66E-BBFE-4B1D-4598DDA6824E}"/>
              </a:ext>
            </a:extLst>
          </p:cNvPr>
          <p:cNvSpPr/>
          <p:nvPr/>
        </p:nvSpPr>
        <p:spPr>
          <a:xfrm>
            <a:off x="6528816" y="167238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02330"/>
                </a:solidFill>
              </a:rPr>
              <a:t>Every team member should contribute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0C04496-5CAB-DE32-1DA1-5B6FEA31743A}"/>
              </a:ext>
            </a:extLst>
          </p:cNvPr>
          <p:cNvSpPr/>
          <p:nvPr/>
        </p:nvSpPr>
        <p:spPr>
          <a:xfrm>
            <a:off x="502920" y="2240280"/>
            <a:ext cx="1755648" cy="3291840"/>
          </a:xfrm>
          <a:prstGeom prst="roundRect">
            <a:avLst>
              <a:gd name="adj" fmla="val 4167"/>
            </a:avLst>
          </a:prstGeom>
          <a:solidFill>
            <a:srgbClr val="FFF0EB"/>
          </a:solidFill>
          <a:ln w="10160">
            <a:solidFill>
              <a:srgbClr val="F1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4F8FBFE-7581-2ECE-0C2B-ACAE6771CB03}"/>
              </a:ext>
            </a:extLst>
          </p:cNvPr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202330"/>
          </a:solidFill>
          <a:ln w="12700">
            <a:solidFill>
              <a:srgbClr val="202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D92762-C205-D526-7CEB-8B290E30AA0D}"/>
              </a:ext>
            </a:extLst>
          </p:cNvPr>
          <p:cNvSpPr/>
          <p:nvPr/>
        </p:nvSpPr>
        <p:spPr>
          <a:xfrm>
            <a:off x="640080" y="2491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C650D1-8F2F-28FA-EFC3-C19934B30EC3}"/>
              </a:ext>
            </a:extLst>
          </p:cNvPr>
          <p:cNvSpPr/>
          <p:nvPr/>
        </p:nvSpPr>
        <p:spPr>
          <a:xfrm>
            <a:off x="1161288" y="24780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70" dirty="0">
                <a:solidFill>
                  <a:srgbClr val="FF5A36"/>
                </a:solidFill>
              </a:rPr>
              <a:t>2 MINS</a:t>
            </a:r>
            <a:endParaRPr lang="en-US" sz="8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5CB708-823F-95AE-094E-8DB46DDED291}"/>
              </a:ext>
            </a:extLst>
          </p:cNvPr>
          <p:cNvSpPr/>
          <p:nvPr/>
        </p:nvSpPr>
        <p:spPr>
          <a:xfrm>
            <a:off x="640080" y="3044952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0"/>
                </a:solidFill>
              </a:rPr>
              <a:t>Introduce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E294065-04BD-C2AA-BFB2-2B6853B8F91E}"/>
              </a:ext>
            </a:extLst>
          </p:cNvPr>
          <p:cNvSpPr/>
          <p:nvPr/>
        </p:nvSpPr>
        <p:spPr>
          <a:xfrm>
            <a:off x="640080" y="3758184"/>
            <a:ext cx="1481328" cy="1"/>
          </a:xfrm>
          <a:prstGeom prst="line">
            <a:avLst/>
          </a:prstGeom>
          <a:noFill/>
          <a:ln w="13970">
            <a:solidFill>
              <a:srgbClr val="F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7B711F8-68B6-3CDF-D2E3-84782E5A4DB0}"/>
              </a:ext>
            </a:extLst>
          </p:cNvPr>
          <p:cNvSpPr/>
          <p:nvPr/>
        </p:nvSpPr>
        <p:spPr>
          <a:xfrm>
            <a:off x="640080" y="3986784"/>
            <a:ext cx="14813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4E5360"/>
                </a:solidFill>
              </a:rPr>
              <a:t>Team roles, what you built and the problem you solved.</a:t>
            </a:r>
            <a:endParaRPr lang="en-US" sz="112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985190F-68A3-73E1-B104-551FD4A43A06}"/>
              </a:ext>
            </a:extLst>
          </p:cNvPr>
          <p:cNvSpPr/>
          <p:nvPr/>
        </p:nvSpPr>
        <p:spPr>
          <a:xfrm>
            <a:off x="2404872" y="2240280"/>
            <a:ext cx="1755648" cy="3291840"/>
          </a:xfrm>
          <a:prstGeom prst="roundRect">
            <a:avLst>
              <a:gd name="adj" fmla="val 4167"/>
            </a:avLst>
          </a:prstGeom>
          <a:solidFill>
            <a:srgbClr val="FFF7F3"/>
          </a:solidFill>
          <a:ln w="10160">
            <a:solidFill>
              <a:srgbClr val="F1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1C0B1D1-C5F6-B0B9-9A36-FD6FA93A3BA9}"/>
              </a:ext>
            </a:extLst>
          </p:cNvPr>
          <p:cNvSpPr/>
          <p:nvPr/>
        </p:nvSpPr>
        <p:spPr>
          <a:xfrm>
            <a:off x="2542032" y="2404872"/>
            <a:ext cx="384048" cy="384048"/>
          </a:xfrm>
          <a:prstGeom prst="ellipse">
            <a:avLst/>
          </a:prstGeom>
          <a:solidFill>
            <a:srgbClr val="202330"/>
          </a:solidFill>
          <a:ln w="12700">
            <a:solidFill>
              <a:srgbClr val="202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227867-1327-65EF-416A-65549D18D96D}"/>
              </a:ext>
            </a:extLst>
          </p:cNvPr>
          <p:cNvSpPr/>
          <p:nvPr/>
        </p:nvSpPr>
        <p:spPr>
          <a:xfrm>
            <a:off x="2542032" y="2491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793CAE5-077F-FA0E-707B-14D67A209646}"/>
              </a:ext>
            </a:extLst>
          </p:cNvPr>
          <p:cNvSpPr/>
          <p:nvPr/>
        </p:nvSpPr>
        <p:spPr>
          <a:xfrm>
            <a:off x="3063240" y="24780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70" dirty="0">
                <a:solidFill>
                  <a:srgbClr val="FF5A36"/>
                </a:solidFill>
              </a:rPr>
              <a:t>2 MINS</a:t>
            </a:r>
            <a:endParaRPr lang="en-US" sz="8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5ECF44C-1392-392F-ABDA-51001E6BE028}"/>
              </a:ext>
            </a:extLst>
          </p:cNvPr>
          <p:cNvSpPr/>
          <p:nvPr/>
        </p:nvSpPr>
        <p:spPr>
          <a:xfrm>
            <a:off x="2542032" y="3044952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0"/>
                </a:solidFill>
              </a:rPr>
              <a:t>Your approach</a:t>
            </a:r>
            <a:endParaRPr lang="en-US" sz="16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F26E89D-8364-24AA-E153-C8F4E8ACFCAB}"/>
              </a:ext>
            </a:extLst>
          </p:cNvPr>
          <p:cNvSpPr/>
          <p:nvPr/>
        </p:nvSpPr>
        <p:spPr>
          <a:xfrm>
            <a:off x="2542032" y="3758184"/>
            <a:ext cx="1481328" cy="1"/>
          </a:xfrm>
          <a:prstGeom prst="line">
            <a:avLst/>
          </a:prstGeom>
          <a:noFill/>
          <a:ln w="13970">
            <a:solidFill>
              <a:srgbClr val="F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DB39722-08AE-56C5-35EE-C5836F75C060}"/>
              </a:ext>
            </a:extLst>
          </p:cNvPr>
          <p:cNvSpPr/>
          <p:nvPr/>
        </p:nvSpPr>
        <p:spPr>
          <a:xfrm>
            <a:off x="2542032" y="3986784"/>
            <a:ext cx="14813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4E5360"/>
                </a:solidFill>
              </a:rPr>
              <a:t>How you designed the solution and the key choices you made.</a:t>
            </a:r>
            <a:endParaRPr lang="en-US" sz="112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5AEFE30-A549-B1FF-DEA7-A1BA2E6C59D4}"/>
              </a:ext>
            </a:extLst>
          </p:cNvPr>
          <p:cNvSpPr/>
          <p:nvPr/>
        </p:nvSpPr>
        <p:spPr>
          <a:xfrm>
            <a:off x="4306824" y="2240280"/>
            <a:ext cx="1755648" cy="3291840"/>
          </a:xfrm>
          <a:prstGeom prst="roundRect">
            <a:avLst>
              <a:gd name="adj" fmla="val 4167"/>
            </a:avLst>
          </a:prstGeom>
          <a:solidFill>
            <a:srgbClr val="FFE6DE"/>
          </a:solidFill>
          <a:ln w="10160">
            <a:solidFill>
              <a:srgbClr val="F1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84046BE-1592-5CBF-FDDB-88623D80FBCF}"/>
              </a:ext>
            </a:extLst>
          </p:cNvPr>
          <p:cNvSpPr/>
          <p:nvPr/>
        </p:nvSpPr>
        <p:spPr>
          <a:xfrm>
            <a:off x="4443984" y="2404872"/>
            <a:ext cx="384048" cy="384048"/>
          </a:xfrm>
          <a:prstGeom prst="ellipse">
            <a:avLst/>
          </a:prstGeom>
          <a:solidFill>
            <a:srgbClr val="202330"/>
          </a:solidFill>
          <a:ln w="12700">
            <a:solidFill>
              <a:srgbClr val="202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2A4FA1B-EBE2-6288-F78A-E66740729B01}"/>
              </a:ext>
            </a:extLst>
          </p:cNvPr>
          <p:cNvSpPr/>
          <p:nvPr/>
        </p:nvSpPr>
        <p:spPr>
          <a:xfrm>
            <a:off x="4443984" y="2491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1E8DCEE-F83C-FB86-6F02-14E279C46CF5}"/>
              </a:ext>
            </a:extLst>
          </p:cNvPr>
          <p:cNvSpPr/>
          <p:nvPr/>
        </p:nvSpPr>
        <p:spPr>
          <a:xfrm>
            <a:off x="4965192" y="24780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70" dirty="0">
                <a:solidFill>
                  <a:srgbClr val="FF5A36"/>
                </a:solidFill>
              </a:rPr>
              <a:t>4 MINS</a:t>
            </a:r>
            <a:endParaRPr lang="en-US" sz="8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0CE0BC8-F317-89BA-A99C-1AD131AFE387}"/>
              </a:ext>
            </a:extLst>
          </p:cNvPr>
          <p:cNvSpPr/>
          <p:nvPr/>
        </p:nvSpPr>
        <p:spPr>
          <a:xfrm>
            <a:off x="4443984" y="3044952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0"/>
                </a:solidFill>
              </a:rPr>
              <a:t>Demo</a:t>
            </a:r>
            <a:endParaRPr lang="en-US" sz="16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0137A8A-5A20-4F34-A42F-6E5A8E7267AC}"/>
              </a:ext>
            </a:extLst>
          </p:cNvPr>
          <p:cNvSpPr/>
          <p:nvPr/>
        </p:nvSpPr>
        <p:spPr>
          <a:xfrm>
            <a:off x="4443984" y="3758184"/>
            <a:ext cx="1481328" cy="1"/>
          </a:xfrm>
          <a:prstGeom prst="line">
            <a:avLst/>
          </a:prstGeom>
          <a:noFill/>
          <a:ln w="13970">
            <a:solidFill>
              <a:srgbClr val="F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36FA34C-4B17-7818-5544-DAAA1E89DE92}"/>
              </a:ext>
            </a:extLst>
          </p:cNvPr>
          <p:cNvSpPr/>
          <p:nvPr/>
        </p:nvSpPr>
        <p:spPr>
          <a:xfrm>
            <a:off x="4443984" y="3986784"/>
            <a:ext cx="14813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4E5360"/>
                </a:solidFill>
              </a:rPr>
              <a:t>Show the main user journey. Have a canned demo ready as backup.</a:t>
            </a:r>
            <a:endParaRPr lang="en-US" sz="112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07690A3-64F5-E33C-BA4B-00A2B0E28EBF}"/>
              </a:ext>
            </a:extLst>
          </p:cNvPr>
          <p:cNvSpPr/>
          <p:nvPr/>
        </p:nvSpPr>
        <p:spPr>
          <a:xfrm>
            <a:off x="6208776" y="2240280"/>
            <a:ext cx="1755648" cy="3291840"/>
          </a:xfrm>
          <a:prstGeom prst="roundRect">
            <a:avLst>
              <a:gd name="adj" fmla="val 4167"/>
            </a:avLst>
          </a:prstGeom>
          <a:solidFill>
            <a:srgbClr val="FFF7F3"/>
          </a:solidFill>
          <a:ln w="10160">
            <a:solidFill>
              <a:srgbClr val="F1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4A07D24-6ABD-4234-685B-C5F34EF41E36}"/>
              </a:ext>
            </a:extLst>
          </p:cNvPr>
          <p:cNvSpPr/>
          <p:nvPr/>
        </p:nvSpPr>
        <p:spPr>
          <a:xfrm>
            <a:off x="6345936" y="2404872"/>
            <a:ext cx="384048" cy="384048"/>
          </a:xfrm>
          <a:prstGeom prst="ellipse">
            <a:avLst/>
          </a:prstGeom>
          <a:solidFill>
            <a:srgbClr val="202330"/>
          </a:solidFill>
          <a:ln w="12700">
            <a:solidFill>
              <a:srgbClr val="202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A46AF62-2FC6-94FF-21BD-FE6E5B259E58}"/>
              </a:ext>
            </a:extLst>
          </p:cNvPr>
          <p:cNvSpPr/>
          <p:nvPr/>
        </p:nvSpPr>
        <p:spPr>
          <a:xfrm>
            <a:off x="6345936" y="2491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9F20B21-3B25-C362-AD4E-49FB38D0F830}"/>
              </a:ext>
            </a:extLst>
          </p:cNvPr>
          <p:cNvSpPr/>
          <p:nvPr/>
        </p:nvSpPr>
        <p:spPr>
          <a:xfrm>
            <a:off x="6867144" y="24780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70" dirty="0">
                <a:solidFill>
                  <a:srgbClr val="FF5A36"/>
                </a:solidFill>
              </a:rPr>
              <a:t>3 MINS</a:t>
            </a:r>
            <a:endParaRPr lang="en-US" sz="8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E9A82FB-5BF0-6FB9-48A5-1516299B9433}"/>
              </a:ext>
            </a:extLst>
          </p:cNvPr>
          <p:cNvSpPr/>
          <p:nvPr/>
        </p:nvSpPr>
        <p:spPr>
          <a:xfrm>
            <a:off x="6345936" y="3044952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0"/>
                </a:solidFill>
              </a:rPr>
              <a:t>Experience</a:t>
            </a:r>
            <a:endParaRPr lang="en-US" sz="16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B704220-029D-2F31-8BFB-6A33D4BC24C9}"/>
              </a:ext>
            </a:extLst>
          </p:cNvPr>
          <p:cNvSpPr/>
          <p:nvPr/>
        </p:nvSpPr>
        <p:spPr>
          <a:xfrm>
            <a:off x="6345936" y="3758184"/>
            <a:ext cx="1481328" cy="1"/>
          </a:xfrm>
          <a:prstGeom prst="line">
            <a:avLst/>
          </a:prstGeom>
          <a:noFill/>
          <a:ln w="13970">
            <a:solidFill>
              <a:srgbClr val="F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AF90B68-594D-1128-1ECF-B76C3548E946}"/>
              </a:ext>
            </a:extLst>
          </p:cNvPr>
          <p:cNvSpPr/>
          <p:nvPr/>
        </p:nvSpPr>
        <p:spPr>
          <a:xfrm>
            <a:off x="6345936" y="3986784"/>
            <a:ext cx="14813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4E5360"/>
                </a:solidFill>
              </a:rPr>
              <a:t>One challenge, how you solved it, teamwork and key learning.</a:t>
            </a:r>
            <a:endParaRPr lang="en-US" sz="112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D4E3680-06BA-94A2-D530-A276C4F61A86}"/>
              </a:ext>
            </a:extLst>
          </p:cNvPr>
          <p:cNvSpPr/>
          <p:nvPr/>
        </p:nvSpPr>
        <p:spPr>
          <a:xfrm>
            <a:off x="8110728" y="2240280"/>
            <a:ext cx="1755648" cy="3291840"/>
          </a:xfrm>
          <a:prstGeom prst="roundRect">
            <a:avLst>
              <a:gd name="adj" fmla="val 4167"/>
            </a:avLst>
          </a:prstGeom>
          <a:solidFill>
            <a:srgbClr val="FFF0EB"/>
          </a:solidFill>
          <a:ln w="10160">
            <a:solidFill>
              <a:srgbClr val="F1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0542011-CD34-62AC-085A-A071320363C9}"/>
              </a:ext>
            </a:extLst>
          </p:cNvPr>
          <p:cNvSpPr/>
          <p:nvPr/>
        </p:nvSpPr>
        <p:spPr>
          <a:xfrm>
            <a:off x="8247888" y="2404872"/>
            <a:ext cx="384048" cy="384048"/>
          </a:xfrm>
          <a:prstGeom prst="ellipse">
            <a:avLst/>
          </a:prstGeom>
          <a:solidFill>
            <a:srgbClr val="202330"/>
          </a:solidFill>
          <a:ln w="12700">
            <a:solidFill>
              <a:srgbClr val="202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08DF821-EBB5-7F56-213E-57BB91F6ED6B}"/>
              </a:ext>
            </a:extLst>
          </p:cNvPr>
          <p:cNvSpPr/>
          <p:nvPr/>
        </p:nvSpPr>
        <p:spPr>
          <a:xfrm>
            <a:off x="8247888" y="2491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92EDF83-0B78-2D1E-C0F9-511F4B086961}"/>
              </a:ext>
            </a:extLst>
          </p:cNvPr>
          <p:cNvSpPr/>
          <p:nvPr/>
        </p:nvSpPr>
        <p:spPr>
          <a:xfrm>
            <a:off x="8769096" y="24780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70" dirty="0">
                <a:solidFill>
                  <a:srgbClr val="FF5A36"/>
                </a:solidFill>
              </a:rPr>
              <a:t>1 MIN</a:t>
            </a:r>
            <a:endParaRPr lang="en-US" sz="8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A7C49EA-A156-E6DF-8E86-F7C0767BD2EF}"/>
              </a:ext>
            </a:extLst>
          </p:cNvPr>
          <p:cNvSpPr/>
          <p:nvPr/>
        </p:nvSpPr>
        <p:spPr>
          <a:xfrm>
            <a:off x="8247888" y="3044952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0"/>
                </a:solidFill>
              </a:rPr>
              <a:t>Wrap up</a:t>
            </a:r>
            <a:endParaRPr lang="en-US" sz="16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F5DEB0A-FF21-DBA2-B617-966787A4A854}"/>
              </a:ext>
            </a:extLst>
          </p:cNvPr>
          <p:cNvSpPr/>
          <p:nvPr/>
        </p:nvSpPr>
        <p:spPr>
          <a:xfrm>
            <a:off x="8247888" y="3758184"/>
            <a:ext cx="1481328" cy="1"/>
          </a:xfrm>
          <a:prstGeom prst="line">
            <a:avLst/>
          </a:prstGeom>
          <a:noFill/>
          <a:ln w="13970">
            <a:solidFill>
              <a:srgbClr val="F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D2F1DB0-00D7-7503-E5CA-8496321A8383}"/>
              </a:ext>
            </a:extLst>
          </p:cNvPr>
          <p:cNvSpPr/>
          <p:nvPr/>
        </p:nvSpPr>
        <p:spPr>
          <a:xfrm>
            <a:off x="8247888" y="3986784"/>
            <a:ext cx="14813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4E5360"/>
                </a:solidFill>
              </a:rPr>
              <a:t>What you are proud of and what you would improve next.</a:t>
            </a:r>
            <a:endParaRPr lang="en-US" sz="112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8F81501-F457-5CC1-E5FB-A9518C8979DD}"/>
              </a:ext>
            </a:extLst>
          </p:cNvPr>
          <p:cNvSpPr/>
          <p:nvPr/>
        </p:nvSpPr>
        <p:spPr>
          <a:xfrm>
            <a:off x="10012680" y="2240280"/>
            <a:ext cx="1755648" cy="3291840"/>
          </a:xfrm>
          <a:prstGeom prst="roundRect">
            <a:avLst>
              <a:gd name="adj" fmla="val 4167"/>
            </a:avLst>
          </a:prstGeom>
          <a:solidFill>
            <a:srgbClr val="202330"/>
          </a:solidFill>
          <a:ln w="10160">
            <a:solidFill>
              <a:srgbClr val="202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82D6C8E-92D2-1B24-7EC0-73CB1295BF2F}"/>
              </a:ext>
            </a:extLst>
          </p:cNvPr>
          <p:cNvSpPr/>
          <p:nvPr/>
        </p:nvSpPr>
        <p:spPr>
          <a:xfrm>
            <a:off x="10149840" y="2404872"/>
            <a:ext cx="384048" cy="38404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5252CEF-5A3F-073B-C957-52CACA516C54}"/>
              </a:ext>
            </a:extLst>
          </p:cNvPr>
          <p:cNvSpPr/>
          <p:nvPr/>
        </p:nvSpPr>
        <p:spPr>
          <a:xfrm>
            <a:off x="10149840" y="2491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15BFECC-A909-AA43-F22D-093A16DC55DE}"/>
              </a:ext>
            </a:extLst>
          </p:cNvPr>
          <p:cNvSpPr/>
          <p:nvPr/>
        </p:nvSpPr>
        <p:spPr>
          <a:xfrm>
            <a:off x="10671048" y="24780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70" dirty="0">
                <a:solidFill>
                  <a:srgbClr val="FFB7A6"/>
                </a:solidFill>
              </a:rPr>
              <a:t>4 MINS</a:t>
            </a:r>
            <a:endParaRPr lang="en-US" sz="8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0FD0A15-D6D9-E19B-36C9-23DC4AC0216C}"/>
              </a:ext>
            </a:extLst>
          </p:cNvPr>
          <p:cNvSpPr/>
          <p:nvPr/>
        </p:nvSpPr>
        <p:spPr>
          <a:xfrm>
            <a:off x="10149840" y="3044952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Audience Q&amp;A</a:t>
            </a:r>
            <a:endParaRPr lang="en-US" sz="16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63CC042-1AA8-1D91-E6B7-B71452F41350}"/>
              </a:ext>
            </a:extLst>
          </p:cNvPr>
          <p:cNvSpPr/>
          <p:nvPr/>
        </p:nvSpPr>
        <p:spPr>
          <a:xfrm>
            <a:off x="10149840" y="3758184"/>
            <a:ext cx="1481328" cy="1"/>
          </a:xfrm>
          <a:prstGeom prst="line">
            <a:avLst/>
          </a:prstGeom>
          <a:noFill/>
          <a:ln w="13970">
            <a:solidFill>
              <a:srgbClr val="505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F9E65D5-CD97-8F3D-0B88-EE8E63BE4E21}"/>
              </a:ext>
            </a:extLst>
          </p:cNvPr>
          <p:cNvSpPr/>
          <p:nvPr/>
        </p:nvSpPr>
        <p:spPr>
          <a:xfrm>
            <a:off x="10149840" y="3986784"/>
            <a:ext cx="14813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8EAF0"/>
                </a:solidFill>
              </a:rPr>
              <a:t>Answer questions together and keep responses clear and concise.</a:t>
            </a:r>
            <a:endParaRPr lang="en-US" sz="112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E78420D-E3EC-83D4-B13F-AB16D239D29D}"/>
              </a:ext>
            </a:extLst>
          </p:cNvPr>
          <p:cNvSpPr/>
          <p:nvPr/>
        </p:nvSpPr>
        <p:spPr>
          <a:xfrm>
            <a:off x="502920" y="58064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DCE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08ABF10-1CC3-F0D7-E042-EADB1A658FB2}"/>
              </a:ext>
            </a:extLst>
          </p:cNvPr>
          <p:cNvSpPr/>
          <p:nvPr/>
        </p:nvSpPr>
        <p:spPr>
          <a:xfrm>
            <a:off x="713232" y="595274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A36"/>
                </a:solidFill>
              </a:rPr>
              <a:t>Remember:</a:t>
            </a:r>
            <a:endParaRPr lang="en-US" sz="10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E9ABB90-D85B-FEDF-900B-368F11C498C1}"/>
              </a:ext>
            </a:extLst>
          </p:cNvPr>
          <p:cNvSpPr/>
          <p:nvPr/>
        </p:nvSpPr>
        <p:spPr>
          <a:xfrm>
            <a:off x="1572768" y="5934456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330"/>
                </a:solidFill>
              </a:rPr>
              <a:t>We want to hear the story of your project. It does not need to be perfect.</a:t>
            </a:r>
            <a:endParaRPr lang="en-US" sz="1150" dirty="0"/>
          </a:p>
        </p:txBody>
      </p:sp>
      <p:sp>
        <p:nvSpPr>
          <p:cNvPr id="55" name="Slide Number Placeholder 0">
            <a:extLst>
              <a:ext uri="{FF2B5EF4-FFF2-40B4-BE49-F238E27FC236}">
                <a16:creationId xmlns:a16="http://schemas.microsoft.com/office/drawing/2014/main" id="{C81D1F54-591A-9D04-8666-116981078CC7}"/>
              </a:ext>
            </a:extLst>
          </p:cNvPr>
          <p:cNvSpPr txBox="1">
            <a:spLocks/>
          </p:cNvSpPr>
          <p:nvPr/>
        </p:nvSpPr>
        <p:spPr>
          <a:xfrm>
            <a:off x="11841480" y="6473952"/>
            <a:ext cx="800000" cy="300000"/>
          </a:xfrm>
          <a:prstGeom prst="rect">
            <a:avLst/>
          </a:prstGeom>
          <a:noFill/>
          <a:ln>
            <a:noFill/>
          </a:ln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1" i="0" u="none" strike="noStrike" cap="none">
                <a:solidFill>
                  <a:srgbClr val="707582"/>
                </a:solidFill>
                <a:latin typeface="Arial"/>
                <a:ea typeface="Arial"/>
                <a:cs typeface="Arial"/>
                <a:sym typeface="Inter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algn="l"/>
            <a:fld id="{F7021451-1387-4CA6-816F-3879F97B5CBC}" type="slidenum">
              <a:rPr lang="en-US" b="0" smtClean="0"/>
              <a:pPr algn="l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32bb9393-56e9-4580-b2d5-b1522b5495db">
      <Terms xmlns="http://schemas.microsoft.com/office/infopath/2007/PartnerControls"/>
    </lcf76f155ced4ddcb4097134ff3c332f>
    <_ip_UnifiedCompliancePolicyProperties xmlns="http://schemas.microsoft.com/sharepoint/v3" xsi:nil="true"/>
    <TaxCatchAll xmlns="48c5a117-60cc-495b-ba85-edcc7a071c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31197C90692443BEC90913B00332A4" ma:contentTypeVersion="19" ma:contentTypeDescription="Create a new document." ma:contentTypeScope="" ma:versionID="116bff340243590f048b38a6d54d1d6d">
  <xsd:schema xmlns:xsd="http://www.w3.org/2001/XMLSchema" xmlns:xs="http://www.w3.org/2001/XMLSchema" xmlns:p="http://schemas.microsoft.com/office/2006/metadata/properties" xmlns:ns1="http://schemas.microsoft.com/sharepoint/v3" xmlns:ns2="32bb9393-56e9-4580-b2d5-b1522b5495db" xmlns:ns3="48c5a117-60cc-495b-ba85-edcc7a071cf7" targetNamespace="http://schemas.microsoft.com/office/2006/metadata/properties" ma:root="true" ma:fieldsID="8e705390f065419d9e8f3f57e64dbbfd" ns1:_="" ns2:_="" ns3:_="">
    <xsd:import namespace="http://schemas.microsoft.com/sharepoint/v3"/>
    <xsd:import namespace="32bb9393-56e9-4580-b2d5-b1522b5495db"/>
    <xsd:import namespace="48c5a117-60cc-495b-ba85-edcc7a071c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bb9393-56e9-4580-b2d5-b1522b5495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c5a117-60cc-495b-ba85-edcc7a071c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c6e41b-f512-47f9-9836-6018bc1274dd}" ma:internalName="TaxCatchAll" ma:showField="CatchAllData" ma:web="48c5a117-60cc-495b-ba85-edcc7a071c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5476BD-B192-47B2-9A89-F648866F310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2bb9393-56e9-4580-b2d5-b1522b5495db"/>
    <ds:schemaRef ds:uri="48c5a117-60cc-495b-ba85-edcc7a071cf7"/>
  </ds:schemaRefs>
</ds:datastoreItem>
</file>

<file path=customXml/itemProps2.xml><?xml version="1.0" encoding="utf-8"?>
<ds:datastoreItem xmlns:ds="http://schemas.openxmlformats.org/officeDocument/2006/customXml" ds:itemID="{44F4AED0-98F6-4943-BC36-5C2C3510B2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FD19C3-3E34-4C14-B317-3064003BCC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2bb9393-56e9-4580-b2d5-b1522b5495db"/>
    <ds:schemaRef ds:uri="48c5a117-60cc-495b-ba85-edcc7a071c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Donaghy</dc:creator>
  <cp:lastModifiedBy>Mairead Donaghy</cp:lastModifiedBy>
  <cp:revision>2</cp:revision>
  <dcterms:created xsi:type="dcterms:W3CDTF">2026-10-09T17:02:49Z</dcterms:created>
  <dcterms:modified xsi:type="dcterms:W3CDTF">2026-10-14T20:30:29Z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0x0101002231197C90692443BEC90913B00332A4</vt:lpwstr>
  </property>
</Properties>
</file>