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55C3698-7E75-403C-B718-000E87E979E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01: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777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Owner: rwx (4+2+1=7), Group: rwx (4+2+1=7), Others: rwx (4+2+1=7). This grants full read, write, and execute permissions to everyone.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4EC244-62CB-4098-A76E-80C2438289F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02: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640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Owner: rw- (4+2+0=6), Group: r-- (4+0+0=4), Others: --- (0+0+0=0). This is a secure configuration allowing owners to read/write, group to read, and blocks everyone else.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DAE292-65EA-44EE-A9CD-11D7C7A42D8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03: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600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Owner: rw- (4+2+0=6), Group: --- (0), Others: --- (0). Restricts read and write access strictly to the owner (essential for SSH keys).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209C2F-E233-4EA4-BA29-19CFA27C27B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04: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666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Owner: rw- (6), Group: rw- (6), Others: rw- (6). Grants read and write access to all users but blocks execution.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1D5615-0DF2-47E0-B48F-8FBE340F07E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05: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cd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Usage: cd /path/to/directory. Part of standard shell navigation.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820E49F-892E-437C-9927-8166BE8E00C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06: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ls -a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The -a (all) option tells ls to list entries starting with . (which are hidden by default in Linux/Unix).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EE02B7-9B36-4CC4-AB2A-D38A8F52A27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07: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grep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Common pattern search tool. Example usage: grep -i "error" justdoit.log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B81969E-1AAB-4B6C-8EC0-93129C0A774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08: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-i (case-insensitive) or -n (show line numbers)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Using -i finds instances of 'error', 'ERROR', or 'Error'. Using -n prints corresponding line numbers for quick locating.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B00169-7AED-4CB7-827F-46580BF5144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09: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vi (or vim) and nano (or emacs)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vi is pre-installed on virtually all POSIX systems; nano is a lightweight, beginner-friendly terminal editor.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F0BABE-1BE3-409A-AFBB-0ADE1575209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09: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vi (or vim) and nano (or emacs)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vi is pre-installed on virtually all POSIX systems; nano is a lightweight, beginner-friendly terminal editor.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BCF00C-E465-4A6A-8FFF-35813547DFC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027DE6-26CD-4933-8BE4-C89AE04632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66F9BA-C42E-470C-A64D-3EE6571D12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54B833-B2D8-4925-B327-D0BD26EDFD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A70DCB-3962-49DC-8763-1B3BA9F115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033EFB-7B10-4304-A238-A8A9780915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8160" cy="529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D63548-83A3-441D-A63B-719891C6EA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79F812-E1D3-4361-8DD8-0360A0624D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D5D2DC-DE09-44EA-ADCE-6F45945EFE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7174AE-154A-4C34-843B-2E510287EF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DC0470-A16A-4F1B-87FC-B240723F11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50339D-F8CB-4796-8B94-5C2D5E1809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21D440-497C-4EF9-8AF4-751875E379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7A2A6C3-DF2C-44F8-9359-94239DDB4E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23C1F6-EE9D-4E3D-9BC4-2A6FA26FBB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F7BCA9-A4BE-449A-B72F-8617A82C2F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07362AA-409B-45DB-934A-A798C46785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9AC39D-9BF7-4ABE-9FDD-893AFC7F92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8160" cy="529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E8FA6F-9A5B-4448-9085-F8D5E38C48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E602CB-CE3D-4490-B799-6145DF5090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5E15ACE-AE77-4862-899C-99ABA42382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452AA35-B9A4-4CD3-BD6B-DA41354BE0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6EFC4B-AD87-4447-BD10-C72FC8C40D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075EB2-FA3F-4DF4-81C8-61DA9F285E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B02144-014D-4C4C-B4C5-CC79236E5D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C103C4-045D-4944-ADBC-C9D84CC5109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EBA8B1B-44EE-4D75-843C-1946A0D38A2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3"/>
          <p:cNvSpPr/>
          <p:nvPr/>
        </p:nvSpPr>
        <p:spPr>
          <a:xfrm>
            <a:off x="914400" y="2011680"/>
            <a:ext cx="10361520" cy="18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8fafc"/>
                </a:solidFill>
                <a:latin typeface="Georgia"/>
                <a:ea typeface="DejaVu Sans"/>
              </a:rPr>
              <a:t>Jenkins and Docker Review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b="0" lang="en-US" sz="2000" spc="-1" strike="noStrike">
                <a:solidFill>
                  <a:srgbClr val="34d399"/>
                </a:solidFill>
                <a:latin typeface="Verdana"/>
                <a:ea typeface="DejaVu Sans"/>
              </a:rPr>
              <a:t>Practice Questions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0"/>
              </a:spcBef>
              <a:buNone/>
            </a:pP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2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01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0" name="Rounded Rectangle 3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docker command do you use to get an interactive shell for interaction with a running container?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3030840" y="5486400"/>
            <a:ext cx="6128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4a3b8"/>
                </a:solidFill>
                <a:latin typeface="Verdana"/>
                <a:ea typeface="DejaVu Sans"/>
              </a:rPr>
              <a:t>Reveal your notes panel in PowerPoint or Google Slides to check the correct answer.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2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02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Rounded Rectangle 3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True or False? docker exec -it my-app bash is a legitimate docker command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03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5" name="Rounded Rectangle 3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docker command would I use to build my application?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2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04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7" name="Rounded Rectangle 3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 </a:t>
            </a: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Ture or False. Docker build takes a single parameter?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2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05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 </a:t>
            </a: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True or False. docker run -t --name my-app is a valid docker command.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2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06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1" name="Rounded Rectangle 3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True or False. Both maven and docker only support java based applications.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2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07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" name="Rounded Rectangle 3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In order to see with docker containers are running what docker command would I issue?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2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08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5" name="Rounded Rectangle 3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docker command would I use to stop my running container?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2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09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7" name="Rounded Rectangle 3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True or False. </a:t>
            </a: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Docker containers are fundamentally the same technology as virtual machines, just with a different command-line interface</a:t>
            </a: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 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914400" y="731520"/>
            <a:ext cx="10361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09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9" name="Rounded Rectangle 1"/>
          <p:cNvSpPr/>
          <p:nvPr/>
        </p:nvSpPr>
        <p:spPr>
          <a:xfrm>
            <a:off x="1295280" y="1645920"/>
            <a:ext cx="9599760" cy="3290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True or False. The mvn command to delete the previous build and create a new one is  mvn clean package.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PPTXPresentationEditor/1.2.0.0$MacOSX_X86_64 LibreOffice_project/e114eadc50a9ff8d8c8a0567d6da8f454beeb84f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2026-08-19T20:56:21Z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