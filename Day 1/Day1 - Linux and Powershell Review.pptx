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9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8.xml" ContentType="application/vnd.openxmlformats-officedocument.presentationml.slide+xml"/>
  <Override PartName="/ppt/notesSlides/_rels/notesSlide19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_rels/presentation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DF40A6F-F1FE-4706-8E7A-647D6D5CE43C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01: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777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Owner: rwx (4+2+1=7), Group: rwx (4+2+1=7), Others: rwx (4+2+1=7). This grants full read, write, and execute permissions to everyone.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ED59CD-C792-4C5F-AD80-B5B0C0C4A3C1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02: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640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Owner: rw- (4+2+0=6), Group: r-- (4+0+0=4), Others: --- (0+0+0=0). This is a secure configuration allowing owners to read/write, group to read, and blocks everyone else.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54C083D-8960-47F9-8E10-AF2CF398374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03: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600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Owner: rw- (4+2+0=6), Group: --- (0), Others: --- (0). Restricts read and write access strictly to the owner (essential for SSH keys).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861634-23D6-4D04-9644-0EC379ED8C7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04: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666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Owner: rw- (6), Group: rw- (6), Others: rw- (6). Grants read and write access to all users but blocks execution.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A68DB0-8D59-4E4F-8539-FFB5EF525B7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05: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cd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Usage: cd /path/to/directory. Part of standard shell navigation.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06B222-DC67-4968-8E65-4B41C339CA9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06: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ls -a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The -a (all) option tells ls to list entries starting with . (which are hidden by default in Linux/Unix).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CC7811-8894-48EF-B9ED-AFF28B5DF0A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07: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grep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Common pattern search tool. Example usage: grep -i "error" justdoit.log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AD8A4B2-F5E6-4347-8DC2-9DA656B2BC95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08: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-i (case-insensitive) or -n (show line numbers)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Using -i finds instances of 'error', 'ERROR', or 'Error'. Using -n prints corresponding line numbers for quick locating.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F10AEC-16AB-4EB8-8357-EA23213EE82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09: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vi (or vim) and nano (or emacs)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vi is pre-installed on virtually all POSIX systems; nano is a lightweight, beginner-friendly terminal editor.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117BB8-54D9-41A2-868B-4F46240CD58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10: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tail -n 20 (or tail -20)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tail reads from the end of a file. It keeps resource usage extremely low compared to opening a massive file with a standard editor.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2E334B8-17D0-433F-A161-1CF23DD95C1B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11: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ssh (Secure Shell)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Usage: ssh username@hostname_or_ip. Establishes an encrypted secure terminal connection.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1FEAF41-9D15-4F26-BE4A-27A094E3B8B1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12: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Get-Service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This Cmdlet retrieves the status (Running, Stopped, etc.) and registration details of Windows services.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178E427-56CD-4733-87D6-54682FCCD778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13: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-Name (e.g., Get-Service -Name *postgres* or Get-Service -Name "postgresql*")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The -Name parameter targets services by name, and supports wildcards (*) to match specific versions or variations.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72CD707-5BBC-480C-AB9F-8765A86D578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14: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Get-Process (or ps / gps aliases)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Retrieves process structures for active running tasks, showing CPU, memory, and handle allocations.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479F1BE-5DF8-40A0-B2AF-1534E25F6749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15: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| (the vertical pipe symbol)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Connects the standard output (stdout) of the preceding command to the standard input (stdin) of the following command.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BA6AE6-AFBC-4757-8860-0F0F7A9FBCF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16: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pwd (Print Working Directory)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Outputs the full absolute path of your active terminal working directory.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A920E0-D1DF-41AD-9D9F-8C0A44DA3E9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17: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cd ~ (or cd alone)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The tilde (~) represents the shortcut to the home path of the current logged-in user account.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C2DB08F-954E-4F6B-B609-22BED164E61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18: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mv (move)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Unix/Linux filesystems rename files by moving them from the old path/name to a new path/name in the same directory (e.g., mv old.txt new.txt).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12A6F5-8352-4925-B1B3-E9D7F2375D7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19: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False (for a single VM) / True (for a virtualization host/hypervisor)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If 'a virtual' means a single VM, it is FALSE (it has one OS). If it refers to the hypervisor host environment, it is TRUE (it orchestrates multiple separate guest operating systems).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7856C7-FF12-4C5A-B86D-6E143F92A713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CORRECT ANSWER FOR QUESTION 20: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--&gt; False</a:t>
            </a:r>
            <a:br>
              <a:rPr sz="1200"/>
            </a:br>
            <a:r>
              <a:rPr b="1" lang="en-US" sz="1200" spc="-1" strike="noStrike">
                <a:latin typeface="Courier New"/>
              </a:rPr>
              <a:t>========================================</a:t>
            </a:r>
            <a:br>
              <a:rPr sz="1200"/>
            </a:br>
            <a:br>
              <a:rPr sz="1200"/>
            </a:br>
            <a:endParaRPr b="0" lang="en-U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</a:rPr>
              <a:t>TECHNICAL EXPLANATION &amp; REFERENCE:</a:t>
            </a:r>
            <a:br>
              <a:rPr sz="1100"/>
            </a:br>
            <a:r>
              <a:rPr b="0" lang="en-US" sz="1100" spc="-1" strike="noStrike">
                <a:latin typeface="Courier New"/>
              </a:rPr>
              <a:t>Containers do not manage the virtual machine's OS. Instead, they run directly on the host OS kernel and package application binaries and libraries, isolating processes.</a:t>
            </a:r>
            <a:br>
              <a:rPr sz="1100"/>
            </a:br>
            <a:endParaRPr b="0" lang="en-US" sz="1100" spc="-1" strike="noStrike"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A58792-7C29-45BF-8CCC-DCF64FEE0C7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25D246-2C4B-466C-A4D5-9E38FF239F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94CFFF-E834-46EB-B5C8-291C4FDBCA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A15EEF-C876-4C0D-8E7F-4B08713CD1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77AB0F-4E07-40DC-AA19-1DB8DFCC52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64E250-52AD-4870-BD84-E07DB8E11B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8880" cy="529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048715-4FF9-4B23-B4E4-DD68E37462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D3C264-3230-4A7C-9C49-C0CDDF906E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CD4474-E183-4E4A-ACE6-BAD5525A25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7697EE-CCC3-484A-A282-2C30AD7D4A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C3CE67-BA81-4C6B-84CB-473E744D0E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1AAE7A-0605-4513-AB74-3105EE34CF4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9DA41A-275B-4821-8212-E4F7E68FE64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F42728A-E1A1-41AF-81CA-D0A3E59477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3484F93-6741-4BCE-8E12-85F918FFA7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6C4E628-EF59-47D6-89DD-1C02E3B161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7927B9-ABAE-487F-8C95-ECAB47E512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BE71DA2-7DBC-496F-842A-8CB055AD9C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8880" cy="529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462DDDD-1CD1-4278-8923-910B844984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1253856-BEC6-40FD-8630-DB7CB712B7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3C3CB9-D577-43BC-9C03-9C8CC66F60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EECB347-E200-4BEB-BFA1-B8EAF00C34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A020DCB-C07A-4CBE-B020-8A4D6437D8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4C095BF-2BD4-4899-990C-48307859CCB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E9B429E-5BF4-4C8E-856B-A924C46474E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4DD590-F0A1-4F28-81DC-F79748D675B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5144CEB-6535-4CB9-ADAB-B7F8AB6730D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3"/>
          <p:cNvSpPr/>
          <p:nvPr/>
        </p:nvSpPr>
        <p:spPr>
          <a:xfrm>
            <a:off x="914400" y="2011680"/>
            <a:ext cx="10362240" cy="187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8fafc"/>
                </a:solidFill>
                <a:latin typeface="Georgia"/>
                <a:ea typeface="DejaVu Sans"/>
              </a:rPr>
              <a:t>Linux and PowerShell Review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buNone/>
            </a:pPr>
            <a:r>
              <a:rPr b="0" lang="en-US" sz="2000" spc="-1" strike="noStrike">
                <a:solidFill>
                  <a:srgbClr val="34d399"/>
                </a:solidFill>
                <a:latin typeface="Verdana"/>
                <a:ea typeface="DejaVu Sans"/>
              </a:rPr>
              <a:t>Practice Questions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0"/>
              </a:spcBef>
              <a:buNone/>
            </a:pP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01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0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What’s the chmod for -rwxrwxrwx?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3030840" y="5486400"/>
            <a:ext cx="6129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4a3b8"/>
                </a:solidFill>
                <a:latin typeface="Verdana"/>
                <a:ea typeface="DejaVu Sans"/>
              </a:rPr>
              <a:t>Reveal your notes panel in PowerPoint or Google Slides to check the correct answer.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02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3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What’s the chmod for —rw-r——?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03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5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What’s the chmod for -rw———?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04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7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What’s the chmod for -rw-rw-rw-?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05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9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What’s the linux command to change a directory?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06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1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What’s the linux command to list all the files in a directory including hidden files?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07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3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It’s 3 am and you need to hunt down the records with ERROR in them in a file named justdoit.log. What linux command would you use to help with this task?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08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5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 parameter would you need to use to complete the task in #7?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09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7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If you wanted to open the log file what are two linux editors you could use?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10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9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You are troubleshooting a production problem and the associated log file has over 100,000 records. What unix command can you use to help view the last 20 lines of the file?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11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1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 unix command do you use to connect to a linux virtual?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12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3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 powershell command can you use to see the list of services running on your windows server?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13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5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 parameter with this command would I use to see if Postgres is listed as a service?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14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7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 powershell command can you use to see the list of processes that are running on your windows server?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15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9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 symbol is used to pipe info from one linux command to another?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16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1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 linux command can you use to see what the current directory is?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17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3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 unix command and parameter would you use to change back to your home directory?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18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5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What linux command do you use to rename a file?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19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7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True of False. A virtual has multiple sets of Operating Systems each with its own stack of applications.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3031560" y="5486400"/>
            <a:ext cx="61279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4a3b8"/>
                </a:solidFill>
                <a:latin typeface="Verdana"/>
                <a:ea typeface="DejaVu Sans"/>
              </a:rPr>
              <a:t>Reveal your notes panel in PowerPoint or Google Slides to check the correct answer.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2"/>
          <p:cNvSpPr/>
          <p:nvPr/>
        </p:nvSpPr>
        <p:spPr>
          <a:xfrm>
            <a:off x="914400" y="731520"/>
            <a:ext cx="10362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Verdana"/>
                <a:ea typeface="DejaVu Sans"/>
              </a:rPr>
              <a:t>PRACTICE QUESTION 20 / 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0" name="Rounded Rectangle 3"/>
          <p:cNvSpPr/>
          <p:nvPr/>
        </p:nvSpPr>
        <p:spPr>
          <a:xfrm>
            <a:off x="1295280" y="1645920"/>
            <a:ext cx="9600480" cy="32911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905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f8fafc"/>
                </a:solidFill>
                <a:latin typeface="Georgia"/>
                <a:ea typeface="DejaVu Sans"/>
              </a:rPr>
              <a:t>True of False. A container is used to manage the OS on a virtual.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3031200" y="5486400"/>
            <a:ext cx="61279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94a3b8"/>
                </a:solidFill>
                <a:latin typeface="Verdana"/>
                <a:ea typeface="DejaVu Sans"/>
              </a:rPr>
              <a:t>Reveal your notes panel in PowerPoint or Google Slides to check the correct answer.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PPTXPresentationEditor/1.2.0.0$MacOSX_X86_64 LibreOffice_project/e114eadc50a9ff8d8c8a0567d6da8f454beeb84f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2026-08-17T18:45:18Z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